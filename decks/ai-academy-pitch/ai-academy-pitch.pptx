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quote sit. 'The co-founder of the company that made ChatGPT called AI tools slop. That was October 2025.' ~10 seconds. Source: Dwarkesh Podcast, https://www.dwarkesh.com/p/andrej-karpathy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months later — same person — 'This is a skill issue.' If the co-founder of OpenAI has a skill gap, what about our team? ~15 seconds. Source: https://x.com/karpathy/status/2004607146781278521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the Karpathy skill gap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DataReportal 2026, Reuters.
• https://datareportal.com/reports/digital-2026-one-billion-people-using-ai
• https://www.reuters.com/commentary/breakingviews/ai-investment-bubble-inflated-by-trio-dilemmas-2025-09-25/
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Addy Osmani — https://addyo.substack.com/p/the-reality-of-ai-assisted-software
Key contrast: perceived 20% faster vs actual 19% slower after debugging. Gap = active harm, not just missed potential.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Goal: self-identification.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Pause for audience to locate themselves on spectrum.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walkthrough of each session. One-liners = curiosity hooks.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Emphasis: existing weekly task, not new skill. Live transformation in session.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atareportal.com/reports/digital-2026-one-billion-people-using-ai" TargetMode="External"/><Relationship Id="rId2" Type="http://schemas.openxmlformats.org/officeDocument/2006/relationships/hyperlink" Target="https://www.reuters.com/commentary/breakingviews/ai-investment-bubble-inflated-by-trio-dilemmas-2025-09-25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addyo.substack.com/p/the-reality-of-ai-assisted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Explorer to Orchestrator in two sessions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“It’s slop.”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— Co-founder of OpenAI, October 2025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“I’ve never felt this much behind.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skill issue.”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— Same person. Two months later.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tools monthly. Fewer than 2% pay for premium.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DataReportal 2026</a:t>
            </a:r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developers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AI and using AI well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 → Strategist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vague prompts to a persistent AI playbook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2651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 → Orchestrator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3063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doing the work to directing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laptop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a task you do every week.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2026-02-28T09:00:53Z</dcterms:created>
  <dcterms:modified xsi:type="dcterms:W3CDTF">2026-02-28T09:00:53Z</dcterms:modified>
</cp:coreProperties>
</file>