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quote sit. 'The co-founder of the company that made ChatGPT called AI tools slop. That was October 2025.' ~10 seconds. Source: Dwarkesh Podcast, https://www.dwarkesh.com/p/andrej-karpathy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months later — same person — 'This is a skill issue.' If the co-founder of OpenAI has a skill gap, what about our team? ~15 seconds. Source: https://x.com/karpathy/status/2004607146781278521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the Karpathy skill gap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two sessions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“It’s slop.”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Co-founder of OpenAI, October 2025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“I’ve never felt this much behind.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skill issue.”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Same person. Two months later.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AI and using AI well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92024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92024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80744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53896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53896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42616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15768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04488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77640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77640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39512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9512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28232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01384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1384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90104" y="1463040"/>
            <a:ext cx="73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63256" y="146304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905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763256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Strategist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vague prompts to a persistent AI playbook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Orchestrator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doing the work to directing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laptop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 task you do every week.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2026-02-28T10:00:05Z</dcterms:created>
  <dcterms:modified xsi:type="dcterms:W3CDTF">2026-02-28T10:00:05Z</dcterms:modified>
</cp:coreProperties>
</file>