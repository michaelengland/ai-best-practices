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Developers who felt 20% faster actually took 19% longer once debugging was included. The gap isn’t just unused potential — it’s active harm.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The audience should be thinking 'that’s us.'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Let people find themselves.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briefly. Each one-liner should create curiosity.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'Not a task you want to learn — a task you already do. You’ll transform it live.'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Explorer to Orchestrator in four lunch hours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month, someone spent 45 minutes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one-page summary using ChatGPT.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tools monthly. Less than 2% use them well.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DataReportal 2026, 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 using AI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using AI well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lunch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731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→ Whisperer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143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to talk to AI properly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1737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 → Strategist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AI remember what you need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 → Operator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work for you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645920" y="3749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→ Orchestrator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Coordinate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session: [date]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and a task you do every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2026-02-21T00:22:31Z</dcterms:created>
  <dcterms:modified xsi:type="dcterms:W3CDTF">2026-02-21T00:22:31Z</dcterms:modified>
</cp:coreProperties>
</file>