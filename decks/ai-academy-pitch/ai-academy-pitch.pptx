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title sit. ~10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hook as the main deck — proven and relatable. Let it land. ~15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individual anecdote to organizational opportunity. Pause. ~10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DataReportal 2026, Reuters.
• https://datareportal.com/reports/digital-2026-one-billion-people-using-ai
• https://www.reuters.com/commentary/breakingviews/ai-investment-bubble-inflated-by-trio-dilemmas-2025-09-25/
Mass adoption but shallow depth. The opportunity gap is enormous. ~15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Addy Osmani — https://addyo.substack.com/p/the-reality-of-ai-assisted-software
Key contrast: perceived 20% faster vs actual 19% slower after debugging. Gap = active harm, not just missed potential. ~15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it land. Goal: self-identification. ~10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Self-identification moment. Pause for audience to locate themselves on spectrum. ~20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sell starts here. Practical, time-bound, low-commitment. ~15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walkthrough of each session. One-liners = curiosity hooks. 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Specific, low-commitment ask. Emphasis: existing weekly task, not new skill. Live transformation in session. ~15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reportal.com/reports/digital-2026-one-billion-people-using-ai" TargetMode="External"/><Relationship Id="rId2" Type="http://schemas.openxmlformats.org/officeDocument/2006/relationships/hyperlink" Target="https://www.reuters.com/commentary/breakingviews/ai-investment-bubble-inflated-by-trio-dilemmas-2025-09-25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ddyo.substack.com/p/the-reality-of-ai-assisted-softwa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Academy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Explorer to Orchestrator in four lunch hours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month, someone spent 45 minutes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one-page summary using ChatGPT.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approach took 2 minutes.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your whole team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knew the trick?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billion+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 monthly. Fewer than 2% pay for premium.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DataReportal 2026</a:t>
            </a:r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r" indent="0" marL="0">
              <a:buNone/>
            </a:pPr>
            <a:r>
              <a:rPr lang="en-US" sz="11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Reuters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developers rely on AI without understanding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Addy Osmani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between using AI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using AI well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massive.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8952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F0F1A">
              <a:alpha val="50000"/>
            </a:srgbClr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58952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us are here.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Academy takes you here.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sessions.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lunch hour each.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laptop.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731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→ Whisperer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143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to talk to AI properly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Whisperer → Strategist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AI remember what you need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→ Operator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AI work for you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→ Orchestrator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 AI teams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00B4D8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session: [date]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laptop and a task you do every week.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Academy</dc:title>
  <dc:subject>PptxGenJS Presentation</dc:subject>
  <dc:creator>AI Best Practices</dc:creator>
  <cp:lastModifiedBy>AI Best Practices</cp:lastModifiedBy>
  <cp:revision>1</cp:revision>
  <dcterms:created xsi:type="dcterms:W3CDTF">2026-02-22T21:26:22Z</dcterms:created>
  <dcterms:modified xsi:type="dcterms:W3CDTF">2026-02-22T21:26:22Z</dcterms:modified>
</cp:coreProperties>
</file>