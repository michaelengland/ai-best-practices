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hook as the main deck — proven and relatable. Let it land.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individual anecdote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Key contrast: perceived 20% faster vs actual 19% slower after debugging. Gap = active harm, not just missed potential.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Goal: self-identification.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Pause for audience to locate themselves on spectrum.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walkthrough of each session. One-liners = curiosity hooks.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Emphasis: existing weekly task, not new skill. Live transformation in session.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Explorer to Orchestrator in two sessions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Last month, someone spent 45 minutes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a one-page summary using ChatGPT.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right approach took 2 minutes.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tools monthly. Fewer than 2% pay for premium.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developers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 using AI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using AI well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 → Strategist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vague prompts to a persistent AI playbook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2651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 → Orchestrator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doing the work to directing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workshop: [date]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 and a task you do every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2026-02-24T12:39:36Z</dcterms:created>
  <dcterms:modified xsi:type="dcterms:W3CDTF">2026-02-24T12:39:36Z</dcterms:modified>
</cp:coreProperties>
</file>