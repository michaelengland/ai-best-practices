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title sit. ~10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hook as the main deck — proven and relatable. Let it land.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Shift from individual anecdote to organizational opportunity. Pause. ~10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DataReportal 2026, Reuters.
• https://datareportal.com/reports/digital-2026-one-billion-people-using-ai
• https://www.reuters.com/commentary/breakingviews/ai-investment-bubble-inflated-by-trio-dilemmas-2025-09-25/
Mass adoption but shallow depth. The opportunity gap is enormous.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Addy Osmani — https://addyo.substack.com/p/the-reality-of-ai-assisted-software
Key contrast: perceived 20% faster vs actual 19% slower after debugging. Gap = active harm, not just missed potential.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it land. Goal: self-identification. ~10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Self-identification moment. Pause for audience to locate themselves on spectrum. ~20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sell starts here. Practical, time-bound, low-commitment.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Brief walkthrough of each session. One-liners = curiosity hooks. ~30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Specific, low-commitment ask. Emphasis: existing weekly task, not new skill. Live transformation in session.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atareportal.com/reports/digital-2026-one-billion-people-using-ai" TargetMode="External"/><Relationship Id="rId2" Type="http://schemas.openxmlformats.org/officeDocument/2006/relationships/hyperlink" Target="https://www.reuters.com/commentary/breakingviews/ai-investment-bubble-inflated-by-trio-dilemmas-2025-09-25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addyo.substack.com/p/the-reality-of-ai-assisted-softwar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Academy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371600" y="32004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From Explorer to Orchestrator in two sessions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Last month, someone spent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45 minutes on a one-page summary.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right approach took 2 minutes.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if your whole team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knew the trick?</a:t>
            </a:r>
            <a:endParaRPr lang="en-US" sz="4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billion+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 AI tools monthly. Fewer than 2% pay for premium.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DataReportal 2026</a:t>
            </a:r>
            <a:pPr algn="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, </a:t>
            </a:r>
            <a:pPr algn="r" indent="0" marL="0">
              <a:buNone/>
            </a:pPr>
            <a:r>
              <a:rPr lang="en-US" sz="1100" u="sng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Reuters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6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19%</a:t>
            </a:r>
            <a:endParaRPr lang="en-US" sz="8000" dirty="0"/>
          </a:p>
          <a:p>
            <a:pPr algn="ctr" indent="0" marL="0">
              <a:buNone/>
            </a:pPr>
            <a:r>
              <a:rPr lang="en-US" sz="8000" b="1" dirty="0">
                <a:solidFill>
                  <a:srgbClr val="FF6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longer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when developers rely on AI without understanding it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Addy Osmani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gap between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using AI and using AI well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massive.</a:t>
            </a:r>
            <a:endParaRPr lang="en-US" sz="3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2700">
            <a:solidFill>
              <a:srgbClr val="8B9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Skeptic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55448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64592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25400">
            <a:solidFill>
              <a:srgbClr val="635B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Explorer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3464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2700">
            <a:solidFill>
              <a:srgbClr val="8B95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Whisperer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02336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2700">
            <a:solidFill>
              <a:srgbClr val="8B95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Strategist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12064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21208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2700">
            <a:solidFill>
              <a:srgbClr val="8B95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Operator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0936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25400">
            <a:solidFill>
              <a:srgbClr val="635B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Orchestrator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49808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58952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2700">
            <a:solidFill>
              <a:srgbClr val="8B95A5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58952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24688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of us are here.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4572000" y="24688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 Academy takes you here.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sessions.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hour each.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Bring your laptop.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645920" y="1280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Explorer → Strategist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45920" y="16916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vague prompts to a persistent AI playbook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645920" y="2651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Strategist → Orchestrator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45920" y="30632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doing the work to directing AI teams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your laptop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a task you do every week.</a:t>
            </a:r>
            <a:endParaRPr lang="en-US" sz="4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Academy</dc:title>
  <dc:subject>PptxGenJS Presentation</dc:subject>
  <dc:creator>AI Best Practices</dc:creator>
  <cp:lastModifiedBy>AI Best Practices</cp:lastModifiedBy>
  <cp:revision>1</cp:revision>
  <dcterms:created xsi:type="dcterms:W3CDTF">2026-02-24T12:45:31Z</dcterms:created>
  <dcterms:modified xsi:type="dcterms:W3CDTF">2026-02-24T12:45:31Z</dcterms:modified>
</cp:coreProperties>
</file>