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title sit.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hook as the main deck — proven and relatable. Let it land.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individual anecdote to organizational opportunity. Pause.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DataReportal 2026, Reuters.
• https://datareportal.com/reports/digital-2026-one-billion-people-using-ai
• https://www.reuters.com/commentary/breakingviews/ai-investment-bubble-inflated-by-trio-dilemmas-2025-09-25/
Mass adoption but shallow depth. The opportunity gap is enormous.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Addy Osmani — https://addyo.substack.com/p/the-reality-of-ai-assisted-software
Developers who felt 20% faster actually took 19% longer once debugging was included. The gap isn’t just unused potential — it’s active harm.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land. The audience should be thinking 'that’s us.'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Self-identification moment. Let people find themselves. ~20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sell starts here. Practical, time-bound, low-commitment.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briefly. Each one-liner should create curiosity.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Specific, low-commitment ask. 'Not a task you want to learn — a task you already do. You’ll transform it live.'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atareportal.com/reports/digital-2026-one-billion-people-using-ai" TargetMode="External"/><Relationship Id="rId2" Type="http://schemas.openxmlformats.org/officeDocument/2006/relationships/hyperlink" Target="https://www.reuters.com/commentary/breakingviews/ai-investment-bubble-inflated-by-trio-dilemmas-2025-09-25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ddyo.substack.com/p/the-reality-of-ai-assisted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Academy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Explorer to Orchestrator in four lunch hours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month, someone spent 45 minutes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one-page summary using ChatGPT.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approach took 2 minutes.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whole team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knew the trick?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tools monthly. Less than 2% use them well.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DataReportal 2026</a:t>
            </a:r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r" indent="0" marL="0">
              <a:buNone/>
            </a:pPr>
            <a:r>
              <a:rPr lang="en-US" sz="11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rely on AI without understanding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Addy Osmani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between using AI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using AI well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massive.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us are here.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5720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Academy takes you here.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sessions.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lunch hour each.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731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→ Whisperer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1143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 to talk to AI properly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45920" y="1737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 → Strategist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2148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AI remember what you need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645920" y="2743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 → Operator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31546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work for you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645920" y="3749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→ Orchestrator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41605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Coordinate AI teams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session: [date]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 and a task you do every week.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Academy</dc:title>
  <dc:subject>PptxGenJS Presentation</dc:subject>
  <dc:creator>AI Best Practices</dc:creator>
  <cp:lastModifiedBy>AI Best Practices</cp:lastModifiedBy>
  <cp:revision>1</cp:revision>
  <dcterms:created xsi:type="dcterms:W3CDTF">2026-02-21T22:48:02Z</dcterms:created>
  <dcterms:modified xsi:type="dcterms:W3CDTF">2026-02-21T22:48:02Z</dcterms:modified>
</cp:coreProperties>
</file>