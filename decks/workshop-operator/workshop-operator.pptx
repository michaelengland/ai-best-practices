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Session 3 of the AI Academy. This session requires Claude Code or equivalent agentic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Strategist → Operator. You talk to AI well and you’ve set up its playbook. Today the AI does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 to Workshop 2’s cliffhanger. They’re still the bottleneck — copy-pasting, searching, assembling. Today that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copy-paste cycle. Every step has ‘you’ in it. You’re the bottleneck at every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sting. They recognize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four steps. You only appear at step 4. The agent retrieves, identifies gaps, creates. You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colleague metaphor continues. Same memory issues, but now she has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1-2 minutes for setup. Have a sample document ready (policy doc, data file, or memo). Attendees can also use their own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3-4 minutes. The agent reads the file, processes it, produces output. No copy-paste. Ask: ‘How long would that have taken you manually?’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connections concept. Each connection = new capability.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4-5 minutes. The agent searches the web, reads results, synthesizes. Watch for: did it find something you didn’t think to look for?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reveal. The agent didn’t just do what you asked — it found context you wouldn’t have thought to include.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just handed AI the keys. How do you know it’s right?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3-4 minutes. Group discussion: ‘Was it accurate? When do you trust, when do you verify?’ The ‘feels right’ moment is the most dangerous.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mindset. You review. You judge. You approve. The agent does the grunt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the crossing.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cliffhanger for Workshop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of the final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Strategist → Operator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AI work for you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6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Strategist → Operator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talk to AI like a pro.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You’ve set up its playbook.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who’s doing all the work?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you.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828800" y="914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You search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828800" y="1737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You paste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AI drafts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828800" y="33832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You apply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using a Ferrari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carry groceries.</a:t>
            </a:r>
            <a:endParaRPr lang="en-US" sz="4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828800" y="914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Agent retrieves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828800" y="1737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Agent identifies gaps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creates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828800" y="33832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You review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colleague.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she has hands.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Eyes, a phone, and a to-do list.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Claude Code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(or your agentic tool).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We’re going to give the agent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with a file to read.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the agent a task: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"Read [this document] and write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one-paragraph summary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non-technical audience."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 is only as useful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what it can reach.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the agent a research task: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"Research [topic] and summarize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3 findings with sources."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found something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wouldn’t have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thought to provide.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Trust, but verify.</a:t>
            </a:r>
            <a:endParaRPr lang="en-US" sz="6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one claim from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agent’s output.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it manually.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accurate? Did anything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‘feel right’ but turn out wrong?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a power tool,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autopilot.</a:t>
            </a:r>
            <a:endParaRPr lang="en-US" sz="4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now an Operator.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up agents, connected them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your world, and let them work.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agent doing one task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powerful.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you had a whole team?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time: Operator → Orchestrator.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chain agents together.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one focused. The team does everything.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Workshop: Strategist → Operator</dc:title>
  <dc:subject>PptxGenJS Presentation</dc:subject>
  <dc:creator>AI Academy</dc:creator>
  <cp:lastModifiedBy>AI Academy</cp:lastModifiedBy>
  <cp:revision>1</cp:revision>
  <dcterms:created xsi:type="dcterms:W3CDTF">2026-02-21T00:34:47Z</dcterms:created>
  <dcterms:modified xsi:type="dcterms:W3CDTF">2026-02-21T00:34:47Z</dcterms:modified>
</cp:coreProperties>
</file>