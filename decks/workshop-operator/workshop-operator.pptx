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 3. Requires Claude Code or equivalent agentic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Strategist → Operator. AI talks and playbook done. Today: AI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W2 cliffhanger. Audience still bottleneck: copy-paste, search, assemble.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Copy-paste cycle. Every step has ‘you’ — human is bottleneck at each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this sting. They recognize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four steps. Human only at step 4 (review). Agent handles retrieve, identify,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colleague metaphor continues. Same memory issues, but now she has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1-2 minutes for setup. Have a sample document ready (policy doc, data file, or memo). Attendees can also use their own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3-4 minutes. The agent reads the file, processes it, produces output. No copy-paste. Ask: ‘How long would that have taken you manually?’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connections concept. Each connection = new capability.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4-5 minutes. The agent searches the web, reads results, synthesizes. Watch for: did it find something you didn’t think to look for?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reveal. Agent found context beyond the explicit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trust. AI has the keys — how to verify?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3-4 min. Group discussion: accuracy, trust vs verify. ‘Feels right’ = most dangerous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mindset: human reviews, judges, approves. Agent does grunt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the crossing.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cliffhanger for Workshop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of the final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work for you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Skeptic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459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74320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3464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02336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>
              <a:alpha val="60000"/>
            </a:srgbClr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2064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21208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0B4D8"/>
          </a:solidFill>
          <a:ln w="254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98080" y="182880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589520" y="18288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F0F1A">
              <a:alpha val="50000"/>
            </a:srgbClr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8288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Strategist → Operator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talk to AI like a pro.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You’ve set up its playbook.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who’s doing all the work?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you.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You 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You paste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AI drafts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apply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using a Ferrari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carry groceries.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828800" y="914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Agent retrieves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1737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Agent identifies gaps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creates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828800" y="33832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You review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colleague.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Now she has hands.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Eyes, a phone, and a to-do list.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Claude Code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(or your agentic tool).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We’re going to give the agent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with a file to read.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"Read [this document] and write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one-paragraph summary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non-technical audience."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agent is only as useful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what it can reach.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the agent a research task: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[topic] and summarize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3 findings with sources."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found something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wouldn’t have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thought to provide.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verify.</a:t>
            </a:r>
            <a:endParaRPr lang="en-US" sz="6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claim from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agent’s output.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it manually.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accurate? Did anything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‘feel right’ but turn out wrong?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is a power tool,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autopilot.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You’re now an Operator.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up agents, connected them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world, and let them work.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agent doing one task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powerful.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 had a whole team?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time: Operator → Orchestrator.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chain agents together.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one focused. The team does everything.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Workshop: Strategist → Operator</dc:title>
  <dc:subject>PptxGenJS Presentation</dc:subject>
  <dc:creator>AI Academy</dc:creator>
  <cp:lastModifiedBy>AI Academy</cp:lastModifiedBy>
  <cp:revision>1</cp:revision>
  <dcterms:created xsi:type="dcterms:W3CDTF">2026-02-22T00:11:15Z</dcterms:created>
  <dcterms:modified xsi:type="dcterms:W3CDTF">2026-02-22T00:11:15Z</dcterms:modified>
</cp:coreProperties>
</file>