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3. Uses ChatGPT Org — everyone already has this.
FACILITATOR PRE-REQ: Apps (connectors) are disabled by default in ChatGPT Enterprise. Before this session, an admin must go to Workspace Settings → Apps and enable the relevant apps (e.g. Gmail, Google Drive, Google Chat). Test them before the session. Exercise 2 will fail silently if this isn't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Strategist → Operator. AI talks and playbook done. Today: AI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W2 cliffhanger. Audience still bottleneck: copy-paste, search, assemble.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Copy-paste cycle. Every step has ‘you’ — human is bottleneck at each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sting. They recognize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four steps. Human only at step 4 (review). Agent handles retrieve, identify,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colleague metaphor continues. Same memory issues, but now she has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has ChatGPT Org — no setup needed. Note: ChatGPT Org doesn’t use your conversations for training, so company documents are safe to upload. Have a sample document ready (policy doc, data file, or memo). Attendees can also use their own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3-4 minutes. ChatGPT reads the file, processes it, produces output — no copy-paste from the attendee. Ask: ‘How long would that have taken you manually?’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connections concept. Next slide shows what's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app categories — name each with a real example from their world:
• Email — Gmail: read threads, draft replies, surface action items
• Calendar — Google Calendar: check availability, prep for meetings
• Files — Google Drive: pull documents without searching
• Chat — Google Chat, Slack: find decisions buried in channels
• Web — live search and fact-checking across the internet
• Custom — any internal tool or API via MCP
Key point: these are apps already available in ChatGPT Org — the agent can reach into the systems they use every day. Not just the chat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PRE-REQ: Gmail must be enabled in Workspace Settings → Apps before this session.
To switch to agent mode: click the tools menu and select ‘Agent’, or type /agent in the composer.
Give 4-5 minutes. The agent connects to their inbox, reads threads, and surfaces action items — they didn’t paste anything. Ask: ‘How long does this normally take you on a Monday morning?’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reveal. They gave the agent access to their inbox and it did the work — no copy-paste, no manual triage. That’s the shift: from doing to directing.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trust. AI has the keys — how to verify?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3-4 min. Group discussion: accuracy, trust vs verify. ‘Feels right’ = most dangerous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mindset: human reviews, judges, approves. Agent does grunt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cliffhanger for Workshop 4. Plant 'specialised' — that's the Custom GPT concept they'll build next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the final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work for you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talk to AI like a pro.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You’ve set up its playbook.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who’s doing all the work?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you.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You search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You paste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AI drafts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apply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using a Ferrari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groceries.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retrieves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Agent identifies gaps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creates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review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colleague.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she has hands.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Eyes, a phone, and a to-do list.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ChatGPT.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file using the paperclip icon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drag and drop.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going to give it a task.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ChatGPT a task: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"Read the document I’ve uploaded and write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one-paragraph summary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non-technical audience."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reach.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029968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29968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28416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28416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626864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6864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25312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25312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223760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23760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743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connection = a new capability.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 to agent mode.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try this: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"@Gmail Summarise my last 5 unread emails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flag anything that needs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response today."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didn’t search.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didn’t paste.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asked.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verify.</a:t>
            </a:r>
            <a:endParaRPr lang="en-US" sz="6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from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agent’s output.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accurate? Did anything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‘feel right’ but turn out wrong?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tool,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autopilot.</a:t>
            </a:r>
            <a:endParaRPr lang="en-US" sz="4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Operator.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up agents, connected them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your world, and let them work.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 doing one task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powerful.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 had a whole team —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one specialised?</a:t>
            </a:r>
            <a:endParaRPr lang="en-US" sz="3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Operator → Orchestrator.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chain agents together.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one focused. The team does everything.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Strategist → Operator</dc:title>
  <dc:subject>PptxGenJS Presentation</dc:subject>
  <dc:creator>AI Academy</dc:creator>
  <cp:lastModifiedBy>AI Academy</cp:lastModifiedBy>
  <cp:revision>1</cp:revision>
  <dcterms:created xsi:type="dcterms:W3CDTF">2026-02-22T22:10:52Z</dcterms:created>
  <dcterms:modified xsi:type="dcterms:W3CDTF">2026-02-22T22:10:52Z</dcterms:modified>
</cp:coreProperties>
</file>