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2 of AI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Whisperer → Strategist. Previously: talking to AI. Today: making it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 W1 output: role, specifics, structure, keywords, output format. Problem: re-typed every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W1 cliffhanger. Previously changed words; now changing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concept of context engineering. The prompt doesn’t change. The context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They should use their prompt from Workshop 1 (or the prescribed one). The output should go from ‘generic’ to ‘sounds like someone who works here.’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The quality jump from context is bigger than all 5 prompt engineering techniques combined.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colleague metaphor. Every conversation starts fresh — no memory. Must provide context each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highest-leverage technique. Let AI close its own context gaps instead of guessing what it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 minutes. Ask: ‘Look at what it asked. Did it surface things you hadn’t thought of?’ Budget constraints? Stakeholder concerns? Timeline?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audience question: ‘Every time?’ Answer: no — skills fix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the seed. Skills are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concrete proof of what skills do. Left: everything from Workshop 1 typed every time. Right: just the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Custom Instructions location. Screen-share. Wait for everyone. Critical setup — exercise depends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4-5 minutes. Walk around, help. Linchpin exercise — session depends on this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should already know their role, format, and tone. This is the aha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Skill working = custom instruction handles all manual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= GPS that remembers. Prompting without skills = giving directions every 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concept, many names across tools. Any saved reusable instructions = a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Cliffhanger. Prompt + skills in place, but still manual grunt work. Next session: agent handles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Workshop 3. They should keep their custom instruction text saved somewhere.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Whisperer → Strategist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AI remember what you need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Whisperer → Strategist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 you learned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talk to AI.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make it remember.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never changed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AI knew.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information.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different result.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context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sentences about your situation: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size, team, constraints,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been tried before.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it sounds like someone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works here.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Brilliant. Helpful.</a:t>
            </a:r>
            <a:endParaRPr lang="en-US" sz="6000" dirty="0"/>
          </a:p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Remembers nothing.</a:t>
            </a:r>
            <a:endParaRPr lang="en-US" sz="6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needs.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questions."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this to your prompt: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 about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you’d need to know."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pasted all that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manually.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conversation? You’ll do it all again.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the AI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knew?</a:t>
            </a:r>
            <a:endParaRPr lang="en-US" sz="5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vs. With a Skill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different starting point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senior HR consultant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leadership brief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direct, data-driven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VP of People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Typed. Every. Single. Time.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weeks."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knows the rest.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Settings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Personalization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Custom Instructions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your first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instruction.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work at [company]. My role is [role].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writing proposals, use [format].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[style]. Be radically honest."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open a NEW conversation.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ONLY the task.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role. No context. No format.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Just: "Write a proposal for reducing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weeks."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typed one sentence.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already knew the rest.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Directions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trip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Effort. Every. Time.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0" y="914400"/>
            <a:ext cx="0" cy="329184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371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 that learns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846320" y="2560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"Custom instructions"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"System prompts"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"Rules"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"Skills"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 Strategist.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just talk to AI well —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set up its playbook.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work?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 you.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Strategist → Operator.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custom instructions —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we’re building on them.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Whisperer → Strategist</dc:title>
  <dc:subject>PptxGenJS Presentation</dc:subject>
  <dc:creator>AI Academy</dc:creator>
  <cp:lastModifiedBy>AI Academy</cp:lastModifiedBy>
  <cp:revision>1</cp:revision>
  <dcterms:created xsi:type="dcterms:W3CDTF">2026-02-22T00:11:15Z</dcterms:created>
  <dcterms:modified xsi:type="dcterms:W3CDTF">2026-02-22T00:11:15Z</dcterms:modified>
</cp:coreProperties>
</file>