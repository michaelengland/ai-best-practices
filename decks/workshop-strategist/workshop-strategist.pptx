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Session 2 of the AI Academy.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Whisperer → Strategist. Last time you learned to talk to AI. Today you make it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recap. They built a great prompt last session — role, specifics, structure, keywords, output format. But every new conversation, they type all of that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cliffhanger from Workshop 1. Every iteration changed the words. Now we change the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concept of context engineering. The prompt doesn’t change. The context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3-4 minutes. They should use their prompt from Workshop 1 (or the prescribed one). The output should go from ‘generic’ to ‘sounds like someone who works here.’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land. The quality jump from context is bigger than all 5 prompt engineering techniques combined.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colleague metaphor. Every conversation starts fresh — no memory of previous interactions, your company, your role. This is why context matters: you have to provide it every single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highest-leverage technique. Let AI close its own context gaps instead of guessing what it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 minutes. Ask: ‘Look at what it asked. Did it surface things you hadn’t thought of?’ Budget constraints? Stakeholder concerns? Timeline?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natural question: ‘Do I have to do this every time?’ The answer is no — skills fix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the seed. Skills are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concrete proof of what skills do. Left: everything from Workshop 1 typed every time. Right: just the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where to find Custom Instructions. Screen-share this. Wait for everyone to find it. This is the critical setup moment — if people can’t find the setting, the exercise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4-5 minutes. Walk around and help. This is the linchpin exercise — if it works, the whole session clicks.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minutes. The output should already know their role, format, and tone. This is the aha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land. They just experienced the skill working. The custom instruction handled everything they used to type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= GPS that remembers. Prompting without skills = giving directions every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concept, many names across tools. If your tool has a way to save reusable instructions, use it. That’s a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the crossing.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cliffhanger for next session. They prompt well, they’ve set up skills, but they’re still copy-pasting, searching, doing the grunt work. Next time, the agent does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of Workshop 3. They should keep their custom instruction text saved somewhere.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Whisperer → Strategist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remember what you need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0B4D8">
              <a:alpha val="6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8952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58952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Whisperer → Strategist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time you learned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talk to AI.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 make it remember.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never changed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AI knew.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prompt.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information.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different result.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context to your prompt.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sentences about your situation: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size, team, constraints,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been tried before.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prompt.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it sounds like someone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works here.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Brilliant. Helpful.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Remembers nothing.</a:t>
            </a:r>
            <a:endParaRPr lang="en-US"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AI tell you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needs.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you start, ask me clarifying questions."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this to your prompt: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you start, ask me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 about anything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you’d need to know."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just pasted all that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manually.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conversation? You’ll do it all again.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AI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knew?</a:t>
            </a:r>
            <a:endParaRPr lang="en-US" sz="5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vs. With a Skill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starting point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2926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senior HR consultant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leadership brief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direct, data-driven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VP of People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Typed. Every. Single. Time.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554480"/>
            <a:ext cx="54864" cy="2926080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proposal for reducing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from 4 to 2 weeks."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it.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knows the rest.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Settings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Personalization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 Instructions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your first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instruction.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work at [company]. My role is [role].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writing proposals, use [format].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[style]. Be radically honest."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open a NEW conversation.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ONLY the task.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role. No context. No format.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Just: "Write a proposal for reducing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from 4 to 2 weeks."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typed one sentence.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already knew the rest.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trip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Effort. Every. Time.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0" y="914400"/>
            <a:ext cx="0" cy="3291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1371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9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 that learns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846320" y="2560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permanently.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 instructions"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"System prompts"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"Rules"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"Skills"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You’re now a Strategist.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just talk to AI well —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set up its playbook.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who’s doing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the work?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you.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time: Strategist → Operator.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custom instructions —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we’re building on them.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Workshop: Whisperer → Strategist</dc:title>
  <dc:subject>PptxGenJS Presentation</dc:subject>
  <dc:creator>AI Academy</dc:creator>
  <cp:lastModifiedBy>AI Academy</cp:lastModifiedBy>
  <cp:revision>1</cp:revision>
  <dcterms:created xsi:type="dcterms:W3CDTF">2026-02-21T22:50:21Z</dcterms:created>
  <dcterms:modified xsi:type="dcterms:W3CDTF">2026-02-21T22:50:21Z</dcterms:modified>
</cp:coreProperties>
</file>