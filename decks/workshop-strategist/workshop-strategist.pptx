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to Session 2 of the AI Academy.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Whisperer → Strategist. Last time you learned to talk to AI. Today you make it remember.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recap. They built a great prompt last session — role, specifics, structure, keywords, output format. But every new conversation, they type all of that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Callback to the cliffhanger from Workshop 1. Every iteration changed the words. Now we change the information.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concept of context engineering. The prompt doesn’t change. The context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3-4 minutes. They should use their prompt from Workshop 1 (or the prescribed one). The output should go from ‘generic’ to ‘sounds like someone who works here.’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this land. The quality jump from context is bigger than all 5 prompt engineering techniques combined.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AI colleague metaphor. Every conversation starts fresh — no memory of previous interactions, your company, your role. This is why context matters: you have to provide it every single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single highest-leverage technique. Let AI close its own context gaps instead of guessing what it needs.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3 minutes. Ask: ‘Look at what it asked. Did it surface things you hadn’t thought of?’ Budget constraints? Stakeholder concerns? Timeline?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natural question: ‘Do I have to do this every time?’ The answer is no — skills fix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Plant the seed. Skills are the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concrete proof of what skills do. Left: everything from Workshop 1 typed every time. Right: just the task.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where to find Custom Instructions. Screen-share this. Wait for everyone to find it. This is the critical setup moment — if people can’t find the setting, the exercise fails.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4-5 minutes. Walk around and help. This is the linchpin exercise — if it works, the whole session clicks.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2 minutes. The output should already know their role, format, and tone. This is the aha moment.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this land. They just experienced the skill working. The custom instruction handled everything they used to type manually.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Skills = GPS that remembers. Prompting without skills = giving directions every trip.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concept, many names across tools. If your tool has a way to save reusable instructions, use it. That’s a skill.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Celebrate the crossing.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cliffhanger for next session. They prompt well, they’ve set up skills, but they’re still copy-pasting, searching, doing the grunt work. Next time, the agent does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Preview of Workshop 3. They should keep their custom instruction text saved somewhere.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73152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Whisperer → Strategist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371600" y="32004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AI remember what you need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Skeptic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55448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64592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4592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74320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83464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>
              <a:alpha val="60000"/>
            </a:srgbClr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3464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93192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02336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/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Strategist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12064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21208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0936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49808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58952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58952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Whisperer → Strategist</a:t>
            </a:r>
            <a:endParaRPr lang="en-US" sz="3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Last time you learned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talk to AI.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 you make it remember.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never changed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AI knew.</a:t>
            </a:r>
            <a:endParaRPr lang="en-US" sz="4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prompt.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 information.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Dramatically different result.</a:t>
            </a:r>
            <a:endParaRPr lang="en-US" sz="2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context to your prompt.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sentences about your situation: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size, team, constraints,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what’s been tried before.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prompt.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Now it sounds like someone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works here.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Brilliant. Helpful.</a:t>
            </a:r>
            <a:endParaRPr lang="en-US" sz="6000" dirty="0"/>
          </a:p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Remembers nothing.</a:t>
            </a:r>
            <a:endParaRPr lang="en-US" sz="6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 AI tell you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needs.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"Before you start, ask me clarifying questions."</a:t>
            </a:r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this to your prompt: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"Before you start, ask me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clarifying questions about anything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you’d need to know."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just pasted all that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 manually.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conversation? You’ll do it all again.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if the AI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already knew?</a:t>
            </a:r>
            <a:endParaRPr lang="en-US" sz="5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Without vs. With a Skill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prompt, different starting point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840480" cy="292608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554480"/>
            <a:ext cx="54864" cy="292608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3736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Role: senior HR consultant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Format: leadership brief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Tone: direct, data-driven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VP of People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Typed. Every. Single. Time.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846320" y="1554480"/>
            <a:ext cx="3840480" cy="292608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Shape 6"/>
          <p:cNvSpPr/>
          <p:nvPr/>
        </p:nvSpPr>
        <p:spPr>
          <a:xfrm>
            <a:off x="4846320" y="1554480"/>
            <a:ext cx="54864" cy="292608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120640" y="173736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a proposal for reducing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from 4 to 2 weeks."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That’s it.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skill knows the rest.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Settings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Personalization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Custom Instructions</a:t>
            </a:r>
            <a:endParaRPr lang="en-US" sz="2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 up your first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 instruction.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work at [company]. My role is [role].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writing proposals, use [format].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Tone: [style]. Be radically honest."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Now open a NEW conversation.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Type ONLY the task.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role. No context. No format.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Just: "Write a proposal for reducing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from 4 to 2 weeks."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typed one sentence.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already knew the rest.</a:t>
            </a:r>
            <a:endParaRPr lang="en-US" sz="4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Directions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trip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56032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Effort. Every. Time.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0" y="914400"/>
            <a:ext cx="0" cy="329184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846320" y="137160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D936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GPS that learns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846320" y="256032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 permanently.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"Custom instructions"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"System prompts"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"Rules"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"Skills"</a:t>
            </a:r>
            <a:endParaRPr lang="en-US" sz="3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You’re now a Strategist.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don’t just talk to AI well —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you’ve set up its playbook.</a:t>
            </a:r>
            <a:endParaRPr lang="en-US" sz="2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who’s doing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the work?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Still you.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82880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time: Strategist → Operator.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i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 your custom instructions —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i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we’re building on them.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Workshop: Whisperer → Strategist</dc:title>
  <dc:subject>PptxGenJS Presentation</dc:subject>
  <dc:creator>AI Academy</dc:creator>
  <cp:lastModifiedBy>AI Academy</cp:lastModifiedBy>
  <cp:revision>1</cp:revision>
  <dcterms:created xsi:type="dcterms:W3CDTF">2026-02-21T00:34:47Z</dcterms:created>
  <dcterms:modified xsi:type="dcterms:W3CDTF">2026-02-21T00:34:47Z</dcterms:modified>
</cp:coreProperties>
</file>