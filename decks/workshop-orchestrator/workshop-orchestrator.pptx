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4 — final AI Academy session. Uses ChatGPT Org — everyone already has this.
FACILITATOR PRE-REQ: Before this session, create and publish three Custom GPTs to the workspace:
• Research Agent — system prompt: 'You are a research analyst. Your only job is to gather and organise information. Always structure output as: Key Finding | Source | Confidence Level. Use web search. Do not draft or synthesise beyond summarising what you find.'
• Draft Agent — system prompt: 'You are a senior writer. You receive structured research briefs — not raw sources. Turn them into polished proposals. Never go back to source material — work only from what you are given.'
• Review Agent — system prompt: 'You are a critical editor. You receive drafts and the original brief. Flag gaps, unsupported claims, and anything that does not answer the brief. Use a checklist format: ✓ for what works, ✗ for what needs fixing, with a one-line reason for each.'
Publish all three to the workspace so they appear in attendees' ChatGPT sidebar before the session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 → Orchestrator. Last time, one agent. Today: 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W3. Single agent works but loses focus on multi-step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kitchen brigade metaphor. One chef vs. a brigade of specialists.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principle of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 complex task (the onboarding proposal or another multi-step scenario). Group discussion: 5-6 minutes. Write phases on a whiteboard or shared doc. Target: 3-4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 from phases to agents. Each phase = one focused agent in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chain: Research → Draft → Review → You. Each agent gets one job. Context is filtered between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distilled principle. Break big tasks into focused steps. Pass results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runs a 3-phase chain live using the pre-built Custom GPTs:
• Open Research Agent (Custom GPT) → give it the task → show the structured Key Finding | Source | Confidence output
• Open Draft Agent (Custom GPT) → paste the research brief → show the polished proposal
• Open Review Agent (Custom GPT) → paste the draft + original brief → show the critique checklist
Narrate each step: 'Watch — Draft Agent never saw the original documents. It only got the brief. That is filtered context. Each agent stays focused.'
Show the final output. Compare to what a single ChatGPT conversation would have produced. ~8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10-12 minutes. Attendees choose their own task or use the running example. The Custom GPTs are already in their ChatGPT sidebar — no setup needed.
After both phases: compare the result to giving one plain ChatGPT conversation the whole task at once. Discussion: where did the chain produce better results? Where did the handoff lose something?
Fallback if time is short: facilitator runs Phase 1 live and attendees all do Phase 2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Workshop 2. They set up custom instructions for themselves. Now each agent in the chain gets a focused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4-5 minutes. Facilitator shows where to find the system prompt (click the Custom GPT name in the sidebar → configure). Take 2-3 suggestions from the group and discuss what difference each change would make.
Key point: that system prompt is the skill. Editing it after this session means every future run of that agent gets better. The agent forgets — but the skill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feedback from this run becomes a better skill next time. The chain improves with every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manual workflow — search, copy-paste, draft, re-prompt, reformat, review, apply. ~1.5 hours of you being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chained workflow — agents do 1hr 15min of grunt work. You spend 15 min on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emotional climax. Skills compound. Even though each agent forgets, the skills persist.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crossing. They started as Explorers four sessions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journey. Explorer → Whisperer → Strategist → Operator → Orchestrator. All highlighted. Builder still dimmed as the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exit. The same CTA as the main deck. One task, this week. They’re Orchestrators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→ Orchestrator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Coordinate AI teams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Skeptic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Explorer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Whisperer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Strategist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6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/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18288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8288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5895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→ Orchestrator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time: one agent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 everything.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a team.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chef doing a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10-course dinner alone?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Burnout. Mistakes. Forgotten appetizer.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 isn’t making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 smarter.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making many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together.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EXERCISE: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a task into phases.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are the steps? What does each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step produce? What does the next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step need from the previous one?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becomes one agent.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agent has one job.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63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Research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651760" y="2011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635BFF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Draft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635B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Review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9825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agent does one thing.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chain does everything.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Watch a 3-phase chain run live.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2-phase chain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the Custom GPTs.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Phase 1: Open Research Agent. Give it your task.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Copy the output.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Phase 2: Open Draft Agent. Paste Phase 1’s output.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Give it the drafting task.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already know these.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 each agent gets its own.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5B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inside the Research Agent.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you change?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Click the agent name → View system prompt.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Based on what you saw in the chain —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would you add, remove, or refine?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compound.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brigade gets smarter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time.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hrs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of you being the bottleneck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Illustrative estimate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982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of judgment — the part only humans can do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proposal.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chain gets smarter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time.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feedback becomes skills.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She won’t remember, but the skills will.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You’re now an Orchestrator.</a:t>
            </a:r>
            <a:endParaRPr lang="en-US" sz="4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Skeptic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8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Explorer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8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Whisperer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8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Strategist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8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635BFF">
              <a:alpha val="80000"/>
            </a:srgbClr>
          </a:solidFill>
          <a:ln w="25400">
            <a:solidFill>
              <a:srgbClr val="635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146304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463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A2540">
              <a:alpha val="50000"/>
            </a:srgbClr>
          </a:solidFill>
          <a:ln w="12700">
            <a:solidFill>
              <a:srgbClr val="8B95A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58952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5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how far you’ve come.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286000"/>
            <a:ext cx="7315200" cy="5486400"/>
          </a:xfrm>
          <a:prstGeom prst="ellipse">
            <a:avLst/>
          </a:prstGeom>
          <a:solidFill>
            <a:srgbClr val="635BFF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secret was never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AI.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5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 go try it — one task, this week.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Workshop: Operator → Orchestrator</dc:title>
  <dc:subject>PptxGenJS Presentation</dc:subject>
  <dc:creator>AI Academy</dc:creator>
  <cp:lastModifiedBy>AI Academy</cp:lastModifiedBy>
  <cp:revision>1</cp:revision>
  <dcterms:created xsi:type="dcterms:W3CDTF">2026-02-23T15:13:29Z</dcterms:created>
  <dcterms:modified xsi:type="dcterms:W3CDTF">2026-02-23T15:13:29Z</dcterms:modified>
</cp:coreProperties>
</file>