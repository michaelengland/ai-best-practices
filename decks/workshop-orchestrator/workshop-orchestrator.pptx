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Session 4 — the final session of the AI Academy. Requires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→ Orchestrator. Last time, one agent. Today: a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of Workshop 3. They can set up and run a single agent. But complex work has multiple steps, and one agent trying to do everything will lose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 brigade metaphor. One chef vs. a brigade of specialists.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principle of orchestration.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a complex task (the onboarding proposal or another multi-step scenario). Group discussion: 5-6 minutes. Write phases on a whiteboard or shared doc. Target: 3-4 phases.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link from phases to agents. Each phase = one focused agent in the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chain: Research → Draft → Review → You. Each agent gets one job. Context is filtered between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distilled principle. Break big tasks into focused steps. Pass results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runs a 3-phase chain in Claude Code:
• Agent 1 (Research): reads source materials, produces structured brief
• Agent 2 (Draft): uses only the brief to write the proposal
• Agent 3 (Review): checks against requirements, flags gaps
Narrate each step. ~8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10-12 minutes. They choose a task (from previous workshops or prescribed). Run Phase 1, save output, start new context for Phase 2 with the output. Compare to single-agent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Workshop 2. They set up custom instructions for themselves. Now each agent in the chain gets a focused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4-5 minutes. Re-run the chain. See the difference the skill makes at that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feedback from this run becomes a better skill next time. The chain improves with every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manual workflow — search, copy-paste, draft, re-prompt, reformat, review, apply. ~1.5 hours of you being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chained workflow — agents do 1hr 15min of grunt work. You spend 15 min on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climax. Skills compound. Even though each agent forgets, the skills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crossing. They started as Explorers four sessions 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journey. Explorer → Whisperer → Strategist → Operator → Orchestrator. All highlighted. Builder still dimmed as the horizon.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exit. The same CTA as the main deck. One task, this week. They’re Orchestrators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→ Orchestrator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AI teams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→ Orchestrator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time: one agent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doing everything.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a team.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chef doing a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10-course dinner alone?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Burnout. Mistakes. Forgotten appetizer.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isn’t making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 smarter.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It’s making many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 EXERCISE: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 a task into phases.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steps? What does each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produce? What does the next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need from the previous one?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phase becomes one agent.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agent has one job.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2D936C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agent does one thing.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 does everything.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3-phase chain run live.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2-phase chain.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Research / gather / summarize.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output.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Feed Phase 1’s output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second agent to draft / create.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these.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each agent gets its own.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skill to one agent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your chain.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"When researching, structure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as: Key Finding, Source,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Level."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compound.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brigade gets smarter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time.</a:t>
            </a:r>
            <a:endParaRPr lang="en-US" sz="4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you being the bottleneck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estimate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2D936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judgment — the part only humans can do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proposal.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 gets smarter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time.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becomes skills.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won’t remember, but the skills will.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Orchestrator.</a:t>
            </a:r>
            <a:endParaRPr lang="en-US" sz="4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 how far you’ve come.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AI.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try it — one task, this week.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Operator → Orchestrator</dc:title>
  <dc:subject>PptxGenJS Presentation</dc:subject>
  <dc:creator>AI Academy</dc:creator>
  <cp:lastModifiedBy>AI Academy</cp:lastModifiedBy>
  <cp:revision>1</cp:revision>
  <dcterms:created xsi:type="dcterms:W3CDTF">2026-02-21T00:34:47Z</dcterms:created>
  <dcterms:modified xsi:type="dcterms:W3CDTF">2026-02-21T00:34:47Z</dcterms:modified>
</cp:coreProperties>
</file>