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 of AI Academy.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where we are on the spectrum. Explorer → Whisperer. Today’s crossing.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framing. Audience = Explorers. Used ChatGPT, vague prompts, mediocre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Minimal level set from main deck. Don’t dwell. ~30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 seconds for people to open ChatGPT and think of a task. Prescribed fallback: 'Write me a proposal for improving our onboarding process.'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scene. No judgment — this is what everyone does. ~30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2-3 minutes. Walk around. Let them see the mediocre output. ‘Generic. Surface-level. Could be for any company.’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of setup changes the AI’s tone, depth, and perspective. A role frames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2-3 minutes. Ask: ‘Notice the terminology? The frameworks? The level of detail?’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Specificity in = specificity out. No new info — just described actual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minutes. The output now addresses a specific situation, not a generic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kitchen-sink prompt tries everything, nails nothing. One task, clear structure — the AI mirrors your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minutes. Can shorten this round to a quick demo if time is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Keywords significantly change AI behavior. Leading questions → sycophantic agreement. Permit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minutes. Notice the AI pushing back, flagging uncertainty, being more thoughtful.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format, tone, length, audience. Same principle as briefing a designer.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minutes. The output should now be immediately usable — right format, right tone, right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Emotional peak. Full minute to compare. Transformation is visceral — self-driven.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land. Five simple techniques transformed a mediocre prompt into a professional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the crossing. They did the work. They saw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 from main deck. All iterations changed words, not context. Next session fixes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of next session. They should save their final prompt — it’s the starting point for Workshop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 → Whisperer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Learn to talk to AI properly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Skeptic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>
              <a:alpha val="60000"/>
            </a:srgbClr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Explorer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/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Whisperer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Strategist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5895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 → Whisperer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You’ve tried AI.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learn to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to it properly.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use apps.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Apps use agents.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Agents talk to LLMs.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only need to care about the first two.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ChatGPT on your laptop.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Pick a real task you do at work —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proposal, an email, a summary, a plan.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 follow along with our example.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type something vague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hope for the best.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your vague, natural prompt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ChatGPT.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Don’t overthink it. Type what you’d normally type.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 the output. Sound familiar?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a Role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vs. talking to a stranger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EE2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292608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me a proposal for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improving our onboarding process.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554480"/>
            <a:ext cx="54864" cy="2926080"/>
          </a:xfrm>
          <a:prstGeom prst="rect">
            <a:avLst/>
          </a:prstGeom>
          <a:solidFill>
            <a:srgbClr val="09825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are a senior HR operations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consultant. Write me a proposal for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improving our onboarding process.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role to your prompt.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 are a senior [your role] at [your company]."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Paste it at the beginning. Re-run.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Compare to your first output.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Specific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vs. the vague ask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EE2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292608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me a proposal for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improving our onboarding process.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554480"/>
            <a:ext cx="54864" cy="2926080"/>
          </a:xfrm>
          <a:prstGeom prst="rect">
            <a:avLst/>
          </a:prstGeom>
          <a:solidFill>
            <a:srgbClr val="09825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a proposal for reducing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onboarding from 4 to 2 weeks,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the VP of People, under 2 pages.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specifics to your prompt.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WHO is it for? WHAT are the constraints?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long should it be?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Re-run and compare.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Task at a Time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vs. the kitchen sink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EE2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292608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the proposal, draft an email,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create a budget spreadsheet,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and summarize risks.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554480"/>
            <a:ext cx="54864" cy="2926080"/>
          </a:xfrm>
          <a:prstGeom prst="rect">
            <a:avLst/>
          </a:prstGeom>
          <a:solidFill>
            <a:srgbClr val="09825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Structure the proposal with: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Problem statement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Proposed solution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Expected outcomes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4. Timeline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your prompt structure.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numbered sections or clear steps.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Re-run and compare.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Keywords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vs. leading the witness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EE2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292608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Don't you think reducing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onboarding to 2 weeks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would be great?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554480"/>
            <a:ext cx="54864" cy="2926080"/>
          </a:xfrm>
          <a:prstGeom prst="rect">
            <a:avLst/>
          </a:prstGeom>
          <a:solidFill>
            <a:srgbClr val="09825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 radically honest about challenges.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Think step by step.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Challenge my assumptions.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power keywords.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"Be radically honest."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"Think step by step."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"Challenge my assumptions."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Re-run and compare.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the Output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vs. hoping for the best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EE2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292608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(No format guidance)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 Random format, 5-page essay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when you needed bullets.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554480"/>
            <a:ext cx="54864" cy="2926080"/>
          </a:xfrm>
          <a:prstGeom prst="rect">
            <a:avLst/>
          </a:prstGeom>
          <a:solidFill>
            <a:srgbClr val="09825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7373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One-page executive brief with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bullet points. Data-driven language.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Reader has 2 minutes.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your output format.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Format, tone, length, audience.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"One-page brief with bullets. Direct tone."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Re-run and compare.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your first output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your last output.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Side by side. Same task.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Same information. Just better words.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task. Same information.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better words.</a:t>
            </a: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You’re now a Whisperer.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know how to talk to AI.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we never changed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AI knew.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time: Whisperer → Strategist.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the prompt you built today.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Workshop: Explorer → Whisperer</dc:title>
  <dc:subject>PptxGenJS Presentation</dc:subject>
  <dc:creator>AI Academy</dc:creator>
  <cp:lastModifiedBy>AI Academy</cp:lastModifiedBy>
  <cp:revision>1</cp:revision>
  <dcterms:created xsi:type="dcterms:W3CDTF">2026-02-23T15:13:25Z</dcterms:created>
  <dcterms:modified xsi:type="dcterms:W3CDTF">2026-02-23T15:13:25Z</dcterms:modified>
</cp:coreProperties>
</file>