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Session 1 of the AI 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we are on the spectrum. Explorer → Whisperer. Today’s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framing. They’re Explorers — they’ve used ChatGPT. But they type vague prompts and get mediocre results. Today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level set — borrowed from main deck. Don’t dwell. The audience needs this context but not a deep dive.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60 seconds for people to open ChatGPT and think of a task. Prescribed fallback: 'Write me a proposal for improving our onboarding process.'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scene. No judgment — this is what everyone does.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2-3 minutes. Walk around. Let them see the mediocre output. ‘Generic. Surface-level. Could be for any company.’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of setup changes the AI’s tone, depth, and perspective. A role frames everything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2-3 minutes. Ask: ‘Notice the terminology? The frameworks? The level of detail?’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in = specificity out. We didn’t give new information — we described what we actually 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The output now addresses a specific situation, not a generic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kitchen-sink prompt tries everything, nails nothing. One task, clear structure — the AI mirrors your organization.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Can shorten this round to a quick demo if time is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keywords change AI behavior more than you’d expect. A leading question produces sycophantic agreement. Permit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Notice the AI pushing back, flagging uncertainty, being more thoughtful.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wouldn’t ask a designer for ‘something nice.’ Tell the AI what format, tone, length, and audience you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The output should now be immediately usable — right format, right tone, right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emotional peak. Give them a full minute to compare. The transformation is visceral because they did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land. Five simple techniques transformed a mediocre prompt into a professional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 They did the work. They saw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cliffhanger — borrowed from the main deck. Every iteration changed the words, but the AI had zero context about their company, team, or situation. Next session fixes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next session. They should save their final prompt — it’s the starting point for Workshop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Explorer → Whisperer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 talk to AI properly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Explorer → Whisperer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You’ve tried AI.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learn to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talk to it properly.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apps.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use agents.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talk to LLMs.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need to care about the first two.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ChatGPT on your laptop.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real task you do at work —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proposal, an email, a summary, a plan.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follow along with our example.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people type something vague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hope for the best.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your vague, natural prompt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into ChatGPT.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overthink it. Type what you’d normally type.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output. Sound familiar?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 a Role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talking to a stranger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our onboarding process.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senior HR operations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consultant. Write me a proposal for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our onboarding process.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role to your prompt.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[your role] at [your company]."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at the beginning. Re-run.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your first output.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the vague ask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our onboarding process.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proposal for reducing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from 4 to 2 weeks,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VP of People, under 2 pages.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specifics to your prompt.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it for? WHAT are the constraints?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should it be?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 at a Time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the kitchen sink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proposal, draft an email,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budget spreadsheet,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summarize risks.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the proposal with: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Problem statement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Proposed solution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Expected outcomes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Timeline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prompt structure.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numbered sections or clear steps.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Keywords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leading the witness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you think reducing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to 2 weeks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be great?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radically honest about challenges.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step by step.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my assumptions.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power keywords.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 radically honest."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"Think step by step."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"Challenge my assumptions."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Output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hoping for the best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format guidance)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Random format, 5-page essay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needed bullets.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executive brief with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points. Data-driven language.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has 2 minutes.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your output format.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tone, length, audience.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"One-page brief with bullets. Direct tone."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your first output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your last output.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side. Same task.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information. Just better words.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task. Same information.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Just better words.</a:t>
            </a:r>
            <a:endParaRPr lang="en-US" sz="4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 Whisperer.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how to talk to AI.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we never changed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AI knew.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Whisperer → Strategist.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the prompt you built today.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Explorer → Whisperer</dc:title>
  <dc:subject>PptxGenJS Presentation</dc:subject>
  <dc:creator>AI Academy</dc:creator>
  <cp:lastModifiedBy>AI Academy</cp:lastModifiedBy>
  <cp:revision>1</cp:revision>
  <dcterms:created xsi:type="dcterms:W3CDTF">2026-02-21T00:34:47Z</dcterms:created>
  <dcterms:modified xsi:type="dcterms:W3CDTF">2026-02-21T00:34:47Z</dcterms:modified>
</cp:coreProperties>
</file>