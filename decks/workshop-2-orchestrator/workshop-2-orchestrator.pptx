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2 of 2 in the AI Academy series. 1 hour, hands-on. Everyone needs ChatGPT Org open on their laptop. Pre-req: facilitator must have enabled Gmail/apps in Workspace Settings → Apps and created three Custom GPTs (Research, Draft, Review) published to the org workspace.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callback to Workshop 1. They crossed Explorer → Strategist last time. Today: Strategist → Orchestrator. "You talk to AI like a pro. You've set up its playbook. But look at every step of your workflow..."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pattern visible: every step has "you" as the bottleneck. They've been doing this since Workshop 1 — prompting well, using skills, but still manually searching, copying, pasting, and applying. The four steps should feel painfully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This should sting — they recognise themselves. Don't explain it. Pause. Then move on. "What if you only appeared at step 4?"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 the copy-paste trap slide exactly — same layout, same four steps — but now the first three say "Agent" instead of "You." The visual parallel makes the shift concrete. "Same colleague from Workshop 1. Now she has hands — eyes, a phone, and a to-do list."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warm-up exercise. Have a sample document ready for anyone without their own. The point isn't summary quality — it's that they didn't copy-paste anything. ChatGPT read the file directly. Mention: ChatGPT Org doesn't use conversations for training — company documents are safe. Ask: "How long would that have taken you manually?"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examples from their world: Monday morning email triage (Email), meeting prep from calendar invites (Calendar), finding that doc someone mentioned in Slack (Chat + Files), researching a competitor (Web). These aren't hypothetical — they're the tasks that eat their mornings.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Pre-req: Gmail must be enabled in Workspace Settings → Apps by admin. Verify this works before the session — the UI changes periodically. Walk the room. If anyone can't access agent mode, have them pair with a neighbour. The exercise should take 2-3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 moment. They gave the agent access to their inbox, and it did the work. No copy-paste. That's the shift: from doing to directing. Ask: "How long does this normally take you on a Monday morning?" Let the comparison sink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trust. This is the most important mindset shift in the entire series. Four simple rules. The last one catches people: ChatGPT Org's privacy guarantee means your data isn't used for training, but that says nothing about whether the output is accurate. Don't conflate safety with correctness.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be individual or group discussion if time is tight — but don't skip it. The "feels right" moment is the key insight: AI output often reads with high confidence regardless of accuracy. The most dangerous outputs are the ones that feel right but aren't. 3-4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AI coding agent autonomously deleted a user's entire codebase while trying to fix a bug. The user had trusted the agent to work autonomously. Months of work, gone in seconds. This is the gut punch that makes the trust rules feel necessary, not theoretical. Source: https://www.theregister.co.uk/2025/07/15/replit_ai_agent_deletes_codebase/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trust section firmly. "You review. You judge. You approve. The agent does the grunt work." This earns them the right to hand agents more complex work in Act 3 — they've proven they can verify.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pivot beat. The kitchen brigade metaphor: "One chef doing a 10-course dinner alone? Burnout. Mistakes. Forgotten appetiser. A kitchen brigade — each chef at a station — serves everything perfectly." Plant the word "specialised."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exercise. Facilitator presents a complex task (the tea presentation or another multi-step scenario). Discussion with whiteboard or shared doc. Target: 3-4 phases. e.g., Research → Draft → Review → Approval. Don't let it go beyond 4 — more than that overcomplicates the demo. 5-6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visual should mirror the copy-paste trap (Slide 3) and agent way (Slide 5) — same layout, same four-step pattern. But now each step is a specialised agent. Only human at the final step. "Write this down: break big tasks into focused steps. Pass results forward. Filter context between each."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switches to ChatGPT for the live demo. Run the chain using pre-built Custom GPTs: (1) Open Research Agent → give it the task → show the structured brief output. (2) Open Draft Agent → paste the brief → show the polished proposal. (3) Open Review Agent → paste the draft + original brief → show the critique. Narrate every step. Point out what Draft Agent doesn't know: it never saw the raw research, only the structured brief. That's filtered context. Compare final output to what a single ChatGPT conversation would have produced. Take your time — this demo earns the exercise that follows. ~7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minutes. Attendees choose their running task from Workshop 1 or the tea presentation. Custom GPTs are in the ChatGPT sidebar. Fallback if time runs short: Phase 1 becomes a facilitator demo, attendees do Phase 2 only. The discussion matters more than both phases completing. Ask: "Where did the chain produce better results? Where did the handoff lose something?"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Workshop 1 callback. In the last session they set up custom instructions for themselves. Each Custom GPT is the same idea — but for a specific agent with a specific job. They've been building skills since last session; now each agent gets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where to find the system prompt (click Custom GPT name → configure). Take 2-3 suggestions from the group. Discuss what difference each change would make. The system prompt is tangible — they can see it, read it, edit it. "When you edit that prompt, every future run gets better. Your feedback becomes the skill."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climax. Give this a full beat. "And in ChatGPT Org, when you improve a shared agent, everyone benefits." This is the payoff of the entire skills arc that started in Workshop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rational payoff begins. Manual workflow: search, copy-paste, draft, re-prompt, reformat, review, apply. All the steps they recognised in Slide 3. "1.5 hours of grunt work where you're the bottleneck at every step."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Chained workflow: agents handle 1 hour 15 minutes of work. You spend 15 minutes on judgment — reviewing, deciding, approving. "Same tea presentation. The chain gets smarter every time. Your feedback becomes skills."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Graduation moment. "You learned to whisper. You became a strategist. You let agents operate. You orchestrated the brigade." This is the emotional payoff. Make it feel earned — they completed a 2-session AI Academy. Builder is still dimmed — that's the horizon for those who want to go further.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CTA. "Now go try it — one task, this week." Builder tease for the curious: "And if you want to go further — building plugins, connecting agents to your actual systems, automating entire workflows — that's the Builder level. That's what's next." But don't oversell — most attendees won't go there, and that's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heregister.co.uk/2025/07/15/replit_ai_agent_deletes_codebase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Orchestrator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Let AI work. Build it a team.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92024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92024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80744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53896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53896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42616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15768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04488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77640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77640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66360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39512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9512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28232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01384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1384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90104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63256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8B95A5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763256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3108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more levels. By the end, you’re an Orchestrator.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search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paste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drafts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apply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Every step has "you" in it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You're using a Ferrari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carry groceries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retrieves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identifies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creates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review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four steps. You only appear at step 4.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ChatGPT. Upload a document.</a:t>
            </a:r>
            <a:endParaRPr lang="en-US" sz="36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Paperclip icon or drag and drop.</a:t>
            </a:r>
            <a:endParaRPr lang="en-US" sz="3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"Read this document and write a one-paragraph summary for a non-technical audience."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is only as useful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what it can reach</a:t>
            </a:r>
            <a:endParaRPr lang="en-US" sz="3600" dirty="0"/>
          </a:p>
        </p:txBody>
      </p:sp>
      <p:pic>
        <p:nvPicPr>
          <p:cNvPr id="4" name="Image 0" descr="/Users/michaelengland/Developer/michaelengland/ai-best-practices/decks/ai-best-practices/icons/envelop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4592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Email</a:t>
            </a:r>
            <a:endParaRPr lang="en-US" sz="2000" dirty="0"/>
          </a:p>
        </p:txBody>
      </p:sp>
      <p:pic>
        <p:nvPicPr>
          <p:cNvPr id="6" name="Image 1" descr="/Users/michaelengland/Developer/michaelengland/ai-best-practices/decks/ai-best-practices/icons/calendar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645920"/>
            <a:ext cx="731520" cy="731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01168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Calendar</a:t>
            </a:r>
            <a:endParaRPr lang="en-US" sz="2000" dirty="0"/>
          </a:p>
        </p:txBody>
      </p:sp>
      <p:pic>
        <p:nvPicPr>
          <p:cNvPr id="8" name="Image 2" descr="/Users/michaelengland/Developer/michaelengland/ai-best-practices/decks/ai-best-practices/icons/fil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645920"/>
            <a:ext cx="731520" cy="7315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29184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Files</a:t>
            </a:r>
            <a:endParaRPr lang="en-US" sz="2000" dirty="0"/>
          </a:p>
        </p:txBody>
      </p:sp>
      <p:pic>
        <p:nvPicPr>
          <p:cNvPr id="10" name="Image 3" descr="/Users/michaelengland/Developer/michaelengland/ai-best-practices/decks/ai-best-practices/icons/puzzl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64592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57200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Chat</a:t>
            </a:r>
            <a:endParaRPr lang="en-US" sz="2000" dirty="0"/>
          </a:p>
        </p:txBody>
      </p:sp>
      <p:pic>
        <p:nvPicPr>
          <p:cNvPr id="12" name="Image 4" descr="/Users/michaelengland/Developer/michaelengland/ai-best-practices/decks/ai-best-practices/icons/globe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645920"/>
            <a:ext cx="731520" cy="7315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585216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Web</a:t>
            </a:r>
            <a:endParaRPr lang="en-US" sz="2000" dirty="0"/>
          </a:p>
        </p:txBody>
      </p:sp>
      <p:pic>
        <p:nvPicPr>
          <p:cNvPr id="14" name="Image 5" descr="/Users/michaelengland/Developer/michaelengland/ai-best-practices/decks/ai-best-practices/icons/arrow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645920"/>
            <a:ext cx="731520" cy="7315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713232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Custom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Switch to agent mode: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Tools menu → Agent (or type /agent)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"@Gmail Summarise my last 5 unread emails and flag anything that needs a response today"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didn't search.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didn't paste.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asked.</a:t>
            </a:r>
            <a:endParaRPr lang="en-US" sz="4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handed AI the keys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Never trust numbers you didn't provide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Verify claims against sources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16712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51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AI for drafts, not decisions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276148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Privacy ≠ accuracy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claim or number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agent's output</a:t>
            </a:r>
            <a:endParaRPr lang="en-US" sz="28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it manually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Was it accurate? Did anything "feel right" but turn out wrong?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destroyed months of work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seconds"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— Replit AI agent incident, July 2025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a power tool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autopilot</a:t>
            </a:r>
            <a:endParaRPr lang="en-US" sz="4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isn't making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 smarter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It's making many work together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are the phases of this task?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does each phase produce?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does the next phase need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the previous one?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Research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Draft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Review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agent does one thing. The chain does everything.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a 3-phase chain run live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1: Open Research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give it your task → save output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Open Draft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paste Phase 1's output → draft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does this compare to one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conversation doing everything?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B9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Your custom instructions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0" y="914400"/>
            <a:ext cx="0" cy="2377440"/>
          </a:xfrm>
          <a:prstGeom prst="line">
            <a:avLst/>
          </a:prstGeom>
          <a:noFill/>
          <a:ln w="25400">
            <a:solidFill>
              <a:srgbClr val="635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0" y="1097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84632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agent's system prompt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concept. Now each agent gets its own focused skill.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Research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Click the name → view system prompt</a:t>
            </a:r>
            <a:endParaRPr lang="en-US" sz="28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you add or change?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 won't remember.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the skill will.</a:t>
            </a:r>
            <a:endParaRPr lang="en-US" sz="4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of you being the bottleneck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0982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of judgment — the part only humans can do</a:t>
            </a:r>
            <a:endParaRPr lang="en-US" sz="2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92024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92024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80744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53896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53896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42616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15768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04488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77640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77640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66360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39512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9512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28232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01384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1384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90104" y="201168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63256" y="20116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8B95A5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763256" y="2011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3108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started as an Explorer.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an Orchestrator.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 in the AI.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task. This week.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2: Strategist → Orchestrator</dc:title>
  <dc:subject>PptxGenJS Presentation</dc:subject>
  <dc:creator>AI Academy</dc:creator>
  <cp:lastModifiedBy>AI Academy</cp:lastModifiedBy>
  <cp:revision>1</cp:revision>
  <dcterms:created xsi:type="dcterms:W3CDTF">2026-02-28T09:58:17Z</dcterms:created>
  <dcterms:modified xsi:type="dcterms:W3CDTF">2026-02-28T09:58:17Z</dcterms:modified>
</cp:coreProperties>
</file>