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hook land. This is the emotional anchor — the entire closing (slide 51) calls back to this person. Pause after 'This deck is about the trick.'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readers will self-identify at Questioner. The personas are identity milestones — the deck's levels are the how. This framing pays off at slide 43 when we come full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points: 1) AI is already everywhere — you're not early, 2) almost nobody is using it seriously. The opportunity gap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dwell on individual stats. The point is the pattern: every era had skeptics, every era punished those who waited.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stat is the killer. The gap between 'we have AI' and 'we're using AI well'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permission-granting moment. AI's interface is natural language. The audience already has the prerequisite.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Let the pacing shift.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the reader feel validated. The overwhelm is real. Don't explain anything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questions represent common confusions. The audience should feel like someone is finally asking their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only need the top two layers (app and agent). The bottom two are for developers.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doesn't make the brain — they build tools around someone else's. This is why the agent/app layer matters more for most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the AI news cycle. The biggest user-facing improvements come from better agents, apps, and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twist stat is the most important. It reframes the deck's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 milestone: Skeptic → Questioner. The 10x DAU growth shows the hockey stick is happening NOW. Transition: Level 2 — let's learn how to actually talk to them...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Level 1 to Level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Mental-model shift. The audience likely thinks output quality is about the AI. This section proves it's about the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output should look recognizably mediocre. Don't dwell on it — establish the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vague request produces noticeably different output. The role sets the AI's default tone, depth, and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in the request = specificity in the output. We didn't give new information — we described what we actually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kitchen-sink prompt is one of the most common mistakes. If you have 5 tasks, send 5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"Radically honest," "think step by step," "challenge my assumptions," and "flag uncertainty" are four of the highest-leverage keyword modifiers.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iteration changed wording. We never changed what the AI knew. That's the setup for Level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of the deck. Celebrate the progress, then plant the seed that there's a bigger lever. The transition should feel like a cliffhanger.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Level 2 (prompt engineering) to Level 3 (context engineering).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clearest Level 2/3 boundary demonstration. The prompt didn't change. The context did. This is the 'aha' — it's not about the words, it's about what the AI knows.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Dory metaphor has a reason. The reader just saw what context does (slide 22); Dory explains the mechanism. First of five Dory touchpoints.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'AI gives bad answers.' It's almost never the model — it's the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does context engineering for you. This addresses the attention problem from slide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Level 3. Persona milestone: Questioner → Viber. The reader knows they're making progress, but the work is still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copy-paste cycle is so universal it's invisible. Drawing it as a diagram makes people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contrast with slide 27 is the whole point. Chef metaphor sets up Level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gets a single-line mention ('USB-C for AI') rather than a dedicated slide. Full MCP detail available in appendix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forgotten budget memo is the killer detail. Everyone has this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this slide lands. The reader just watched us hand AI the keys to documents, databases, and workflows. They should be feeling 'Wait, can I trust it with all that?' This addresses the unease at exactly the moment it's felt.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bullet matters most — the 'feels right' trap. Persona milestone: Viber → approaching AI-First.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level transition. Single agent → multi-agent.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LLMs are bad at long chains but excellent at focused tasks. Kitchen brigade leverages the strength. Third Dory touchpoint.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onboarding proposal is now broken into focused steps. Each agent gets only the context it needs. The Phase 0 tip is a practical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Distilled principle. The 'write this down'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introduced HERE — after the reader understands chains and the kitchen brigade. The framing is 'how you program each Dory,' not an abstract concept.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onboarding chain from slide 34, now upgraded with skills. The audience sees the concrete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properties are what make skills transformative vs. just helpful. The compounding beat sets up the payoff in slide 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Prevents thinking skills only exist in one tool. ChatGPT custom instructions, Claude Project rules, system prompts — all skills.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the full journey. Each level built on the last. The GPS metaphor ties all five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manual workflow the audience has watched evolve through the entire deck. Now it's at full scale and the pain is vivid.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The skills compounding beat is the final Dory touchpoint — even though Dory forgets, the skills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rush this — let the audience see how far they've come. The spectrum from slide 2 is now a journey they've completed.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Practical, not exhaustive. Know which tool to try first for their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actionable takeaway. Same task across four weeks mirrors the deck's progression. Now framed as persona crossings for motivation.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reset before the callback.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close. The callback lands the entire arc. Persona language makes it concrete — the person from slide 1 went from Questioner to AI-First. Pause after 'Now you know it too.'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One task, this week — not 'transform everything.'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Agents to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Up Their Secrets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AI that actually works — from confused to in control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7315200" cy="21945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86000"/>
            <a:ext cx="54864" cy="2194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37744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"Last month, I watched someone spend 45 minutes going back and forth with ChatGPT trying to write a one-page summary. Copy, paste, 'no that's not right', copy, paste, 'closer but...'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task took 2 minutes once they knew the trick. This deck is about the trick."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Are You on the Spectrum?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2801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AI 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engage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0604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801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9748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69748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ChatGPT, uses 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search engine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75488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4924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28016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4632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AI tools, then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output by hand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90372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28016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99516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through AI;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agents, workflows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3840480"/>
            <a:ext cx="420624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18"/>
          <p:cNvSpPr/>
          <p:nvPr/>
        </p:nvSpPr>
        <p:spPr>
          <a:xfrm>
            <a:off x="457200" y="3886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are here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14884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429768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644652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your milestones. This deck’s levels are the steps that move you to the right. Find yourself — by the end, we’ll have moved you.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Are Still in the Shallow End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1097280"/>
            <a:ext cx="6400800" cy="25603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use AI tools monthly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2% pay for premium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mass reach — but almost nobody is going deep.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DataReportal 2026 · Reuters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We've Seen This Movie Before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7680960" cy="0"/>
          </a:xfrm>
          <a:prstGeom prst="line">
            <a:avLst/>
          </a:prstGeom>
          <a:noFill/>
          <a:ln w="381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productivity growth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(0.6% → 1.0%/yr)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Reserve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3756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269748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9748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business online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→ 30%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974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Capitalist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Smartphones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2468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pattern speaks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itself)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35240" y="187452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$7T projected GDP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over 10 years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era had skeptics. Every era punished those who waited.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Moment Is Now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27432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Fortune 500 use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AI agents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Security Blog,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005840"/>
            <a:ext cx="2560320" cy="27432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$2.6–4.4T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47472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annually 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value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Global Institute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560320" cy="27432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31%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3093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prioritized AI use cases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full production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'we have AI' and 'we use AI well' is your opportunity.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skill for AI is talking —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 already have 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not missing the skill. You're just using it wrong.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is your walkthrough. Each section levels you up.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Alright — let's see what most people get wrong.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743200" y="822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0" y="548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8600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9436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926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56032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0352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640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3232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2004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828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3232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4864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4747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DeepMind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67512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Yeah. Exactly.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274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404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73152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731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and GPT?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0" y="10972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66360" y="1097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Claude the same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ChatGPT?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71600" y="274320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50876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even 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29260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235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to know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token is?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going to make this simple.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Stack, Simply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005840"/>
            <a:ext cx="54864" cy="7315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43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thing you use)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926080" y="10972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Copilot. This is what you interact with.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188720" y="1874520"/>
            <a:ext cx="67665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88720" y="1874520"/>
            <a:ext cx="54864" cy="7315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1920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965960" y="2194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worker)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20040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+ tools. The brain has ideas; the agent has hands.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463040" y="2743200"/>
            <a:ext cx="62179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463040" y="2743200"/>
            <a:ext cx="54864" cy="731520"/>
          </a:xfrm>
          <a:prstGeom prst="rect">
            <a:avLst/>
          </a:prstGeom>
          <a:solidFill>
            <a:srgbClr val="4B556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2880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240280" y="2788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2240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phone line)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3474720" y="2834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software talks to the brain. You don't need to know this exists.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1737360" y="3611880"/>
            <a:ext cx="56692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737360" y="3611880"/>
            <a:ext cx="54864" cy="731520"/>
          </a:xfrm>
          <a:prstGeom prst="rect">
            <a:avLst/>
          </a:prstGeom>
          <a:solidFill>
            <a:srgbClr val="6B72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374904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514600" y="3657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2514600" y="3931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brain)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3749040" y="3703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AI model trained on text. You never touch this directly.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apps → apps use agents → agents call APIs → APIs talk to LLMs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Makes What</a:t>
            </a:r>
            <a:endParaRPr lang="en-US" sz="4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2743200"/>
                <a:gridCol w="2468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/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Know Them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everyone 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"thinking" 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in Workspace,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Google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(uses OpenAI's)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across Office, GitHub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Real Action Is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Side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$billions to train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months per model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 companies can do it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is slow and expensive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/ App Side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just software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has exploded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build agents and apps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tools appear weekly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action is in how models are used — and that's where you come in.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Engineering Was First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Headline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code is now AI-generated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"Vibe coding" went from joke to industry practice in under a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Twist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who felt 20% faster actually took</a:t>
            </a:r>
            <a:endParaRPr lang="en-US" sz="15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 longer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debugging and cleanup were included.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'uses AI tools' and 'uses AI tools well' is massive.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went first, made all the mistakes, and learned what works. This deck teaches you those lessons.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· Addy Osmani · Karpathy coined 'vibe coding' Feb 2025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Job Is Next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1005840"/>
            <a:ext cx="7315200" cy="18288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97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10x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657600" y="11887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Copilot DAU increased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year-over-year (Q2 2026)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Excel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Word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 Docs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Workflows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a Skeptic, you're now a Questioner — you know what AI is.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got the basics. Now let's give you the skills.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How to Stop Getting Useless Answers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type something vague, get something generic, and blame the AI. Let's fix that.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Task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Output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834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proposal with bland headers,</a:t>
            </a: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content, no specifics,</a:t>
            </a: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awareness of your company...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(truncated — you've seen this before)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Let's see how changing only the words transforms the output.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Role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talking to a stranger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responds as a generic assistant — competent but surface-level. Like asking a random person on the street to write your proposal.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 who specializes in onboarding optimization for mid-to-large companies.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relevant frameworks, industry terminology, realistic timelines — just from telling the AI who it is.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frames everything that follows. Always start here.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vague 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audience, no constraints, no direction. The AI guesses everything.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proposal for reducing new hire onboarding time from 4 weeks to 2 weeks, aimed at the VP of People, in a format suitable for a leadership review meeting. Keep it under 2 pages."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information. Dramatically different result.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it like briefing a colleague, not searching Google.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 at a Time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kitchen sink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the proposal, also draft an email to the team about it, and create a budget spreadsheet, and summarize the key risks, and..."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requests tangled together. Tries everything, nails nothing.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"Structure the proposal with: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Problem statement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Proposed solution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Expected outcomes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Resource requirements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Timeline"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Clear structure. The AI mirrors your organization.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asks produce structured outputs.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CodeSignal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Keywords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leading the witness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you think reducing onboarding to 2 weeks would be great for the company?"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question → sycophantic agreement. Echo chamber.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"Be radically honest about potential challenges. Think step by step. Challenge my assumptions if they seem flawed. If you're uncertain about any claim, flag it explicitly."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pushes back on a weak assumption and flags an uncertain statistic.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uncertainty — an AI that says 'I'm not sure' is more useful than one that confidently makes things up.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DigitalOcean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Output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hoping for the best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format guidance → random format.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essay when you needed bullets.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reformatting.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wouldn't ask a designer for 'something nice.'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this as a one-page executive brief with bullet points. Use data-driven language. Assume the reader has 2 minutes and no prior context."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extra precision, include a short example of what good output looks like.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format, tone, length, and audience assumptions produces immediately usable output.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example beats a long description.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5x Prompt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Prompt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Specificity + Structure + Keywords + Output Definition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consultant. Write a proposal for reducing onboarding from 4 to 2 weeks. Aimed at VP of People, leadership review format, under 2 pages. Structure: problem, solution, outcomes, resources, timeline. Be radically honest, challenge assumptions, flag uncertainty. One-page exec brief with bullets, data-driven language."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task. Same background info. Dramatically different result — purely from how the request was phrased.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changed the words. Now let's change the information.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Prompt, Different Context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2 Result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well-crafted prompt from the 5x Prompt slide.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plausible but generic. Reads like it could be for any company.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Context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 + background info: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Current onboarding stats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size &amp; structure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Known pain points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Relevant policies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sounds like someone who works here.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prompt. Different information. Dramatically different result.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· KDnuggets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Your AI Colleague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200400" cy="27432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88720" y="1371600"/>
            <a:ext cx="1645920" cy="164592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459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Colleague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931920" y="1097280"/>
            <a:ext cx="4754880" cy="27432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931920" y="1097280"/>
            <a:ext cx="54864" cy="29260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416052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is like Dory: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Incredibly smart. Genuinely wants to help. Remembers absolutely nothing between conversations.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Level 2, we got better at asking. But Dory's biggest problem isn't that she doesn't understand what you're saying — it's that she doesn't know what you know.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SAW context transform output. Dory explains WHY.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= words. Level 3 = information.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Attention Problem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Much Context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lost — buries important stuff in noise. Key details get drowned out by irrelevant information.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Contradictory Info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confused — tries to satisfy everything at once. Output becomes incoherent.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Broad Instructions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wanders off — loses focus partway through. Starts strong, finishes weak.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that AI is dumb. It's the context.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Sombra — 57% of orgs have AI agents in production, but 32% cite quality as top barrier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Tell You What It Needs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 clarifying questions about anything you'd need to know to write an excellent proposal."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AI's Questions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What's the current onboarding timeline?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constraints?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stakeholder concerns?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Success metrics you'll be measured on?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Previous failed attempts?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context engineering for you.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technique: let AI close its own context gaps.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Anthropic/Claude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too much. Not too little.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right context at the right time.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tweaks the question.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builds the knowledge base.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3474720"/>
            <a:ext cx="6400800" cy="91440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0200" y="35204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milestone: </a:t>
            </a:r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outgrown Questioner. You prompt well, you understand context, you get good results. You're a </a:t>
            </a:r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Viber</a:t>
            </a:r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you're still doing all the work manually.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Copy-Paste Trap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097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which documents to provide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0" y="1828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copy-paste into the AI chat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544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output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3291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manually apply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1" name="Text 19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the bottleneck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know what context AI needs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doing grunt work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 Ferrari to carry groceries.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Dory the Keys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097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retrieves its own context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0" y="1828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identifies gaps, goes back for more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544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creates/edits outputs directly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3291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 and approve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1" name="Text 19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Dory. Same memory issues.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now she has hands, eyes, and a to-do list.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great chef who finds ingredients, preps, cooks, and plates.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taste-test at the end.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moved from 'operator at every step' to 'reviewer at the end.'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Connections Are Everything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11887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search/fetch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8016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fact-check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1005840"/>
            <a:ext cx="2560320" cy="11887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29000" y="1234440"/>
            <a:ext cx="548640" cy="54864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3258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1480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access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11480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context, draft responses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26480" y="1005840"/>
            <a:ext cx="2560320" cy="11887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63640" y="1234440"/>
            <a:ext cx="548640" cy="54864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4944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access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94944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templates, past work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2468880"/>
            <a:ext cx="2560320" cy="11887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94360" y="2697480"/>
            <a:ext cx="548640" cy="54864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8892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access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28016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real data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291840" y="2468880"/>
            <a:ext cx="2560320" cy="11887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429000" y="2697480"/>
            <a:ext cx="548640" cy="54864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788920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1148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access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11480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context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26480" y="2468880"/>
            <a:ext cx="2560320" cy="11887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63640" y="2697480"/>
            <a:ext cx="548640" cy="54864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788920"/>
            <a:ext cx="365760" cy="36576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4944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connections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9494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— "USB-C for AI"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5" name="Text 27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Dory a phone, a filing cabinet, and a library card.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Proposal — With Connections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Connections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Copy-paste HR handbook, survey results, team structure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Forget the budget memo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Proposal misses cost constraints</a:t>
            </a: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 asks about it — too late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Connections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Agent reads HR system directly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Pulls survey data automatically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Finds the budget memo you forgot</a:t>
            </a: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a policy constraint you didn't know existed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found context you wouldn't have thought to provide.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numbers you didn't provide.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can't cite a source, it made it up.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claims against sources.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= first draft, not final answer.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for drafts, not decisions.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 is the last step.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Love Dory. Fact-check Dory.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Keep Your Hands on the Wheel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Sensitive/confidential data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approved/enterprise tools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legal/compliance language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drafts, humans approve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where being wrong has serious consequences </a:t>
            </a:r>
            <a:pPr indent="0" marL="0">
              <a:spcAft>
                <a:spcPts val="1000"/>
              </a:spcAft>
              <a:buNone/>
            </a:pP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AI's answer 'feels right' but you can't verify it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dangerous moment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 power tool, not autopilot.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3474720"/>
            <a:ext cx="6400800" cy="54864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349300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milestone: </a:t>
            </a:r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 longer a Viber — you've let go of the wheel. You're approaching </a:t>
            </a:r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</a:t>
            </a:r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you're still working with a single agent. One last leap.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managing AI well. Time to orchestrate it.</a:t>
            </a:r>
            <a:endParaRPr lang="en-US" sz="2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vs. A Kitchen Brigade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4: One Chef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chef, everything solo.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single tasks. But a 10-course dinner alone = burnout, mistakes, forgotten appetizer.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5: Kitchen Brigade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chefs at stations.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classroom of Dorys, each doing one focused step. Each fresh, focused, brilliant at one thing.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 isn't making one AI smarter. It's making many AIs work together.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Chaining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463040" cy="68580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1097280"/>
            <a:ext cx="1463040" cy="6858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097280"/>
            <a:ext cx="1463040" cy="685800"/>
          </a:xfrm>
          <a:prstGeom prst="rect">
            <a:avLst/>
          </a:prstGeom>
          <a:solidFill>
            <a:srgbClr val="0E749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097280"/>
            <a:ext cx="1463040" cy="685800"/>
          </a:xfrm>
          <a:prstGeom prst="rect">
            <a:avLst/>
          </a:prstGeom>
          <a:solidFill>
            <a:srgbClr val="2D936C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78308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45920" y="1920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79476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0" y="1920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80644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669280" y="1920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draft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notes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2560320" cy="9144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job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link has one clear job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91840" y="2377440"/>
            <a:ext cx="2560320" cy="9144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9184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context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7472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filtered between steps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2377440"/>
            <a:ext cx="2560320" cy="9144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quality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builds on verified output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520440"/>
            <a:ext cx="8229600" cy="91440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3520440"/>
            <a:ext cx="54864" cy="914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3566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test: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initial prompt and context are getting long and complex, that's a signal you need a Phase 0 — an agent whose only job is to figure out what the rest of the chain needs.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big tasks into focused steps.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 results forward.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context between each.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well. The chain does everything well.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Every Chef's Playbook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each Dory in the brigade know what to do?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</a:t>
            </a:r>
            <a:pPr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rules, instructions, templates, and context packages — injected into the AI's context only when relevant. Think of them as the specialized training manual each chef at each station receives.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8229600" cy="10058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88036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8346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(Research) gets the "Research Standards" skill.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(Review) gets the "Leadership Proposals" and "Compliance Policy" skills.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forever. Every time the chain runs, each agent already knows its specialty.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investing in context architecture see 50% faster responses and 40% higher quality outputs.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CodeConductor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in Action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1 (Research)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"Research Standards"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look, what data to prioritize, how to structure the brief.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knows the company's data sources.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2 (Draft)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"Leadership Proposals"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VP's preferred format, tone, level of detail, how to frame costs.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sounds like it was written for this audience.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3 (Review)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"Compliance Policy"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Regulations, required disclaimers, approval workflows.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policy gaps you didn't know existed.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skills, each agent already knows its specialty.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Skills Change Everything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gets the same quality context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1 person or 10,000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loads what's relevant, keeping each Dory's attention on track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compound. Your feedback from each chain run becomes new skills. The brigade gets smarter every time.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Concept, Many Names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"Custom instructions" = "System prompts"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"Rules" = "Skills"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triggered by you, the app, or the AI itself differs across tools. The principle is identical.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has a way to save reusable instructions, use it. That's a skill.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GPS, Not Directions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directions for each individual trip.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every time.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compound.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Engineering + Skills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a GPS with home, office, preferences, traffic patterns.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smarter the more you invest.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permanently.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is manual directions. Context engineering + skills is programming a GPS.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Manual Way: 1.5 Hours of You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51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005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onboarding docs and survey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1005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4630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Copy-paste into AI, ask for draft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0" y="1463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19202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output, realize it's missing budget context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0" y="1920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2377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budget data, re-prompt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0" y="2377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88036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880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28346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Reformat to leadership template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0" y="28346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33756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 to review draft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0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14400" y="37490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apply suggestions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0" y="37490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206240"/>
            <a:ext cx="8229600" cy="0"/>
          </a:xfrm>
          <a:prstGeom prst="line">
            <a:avLst/>
          </a:prstGeom>
          <a:noFill/>
          <a:ln w="25400">
            <a:solidFill>
              <a:srgbClr val="E6394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Total: ~1.5 hours of you being the bottleneck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Chained Way: 15 Minutes of Judgment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566928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033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— Research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26187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our onboarding process. Pull metrics from HR, read the last 3 surveys, summarize pain points."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132320" y="103327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Research brief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8229600" cy="566928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17465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— Draft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9751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"Using this brief, draft a proposal to reduce onboarding from 4 to 2 weeks. One-page exec brief for VP of People. Be radically honest."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132320" y="174650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Polished proposal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32304"/>
            <a:ext cx="8229600" cy="566928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24597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— Review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68833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against our leadership template and compliance policy. Flag gaps, format correctly, list items needing human judgment."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0" y="245973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Final draft + notes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45536"/>
            <a:ext cx="8229600" cy="566928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31729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— Judgment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40156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adjust, approve. The part only humans can do: judgment.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32320" y="31729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822192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next time? </a:t>
            </a:r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becomes skills. The VP's format → "Leadership Proposals" skill. Compliance gaps → updated "Compliance Policy" skill. The chain gets smarter every time — even though Dory won't remember, the skills will.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proposal. 15 minutes of judgment instead of 1.5 hours of grunt work.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Asking to Orchestrating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82296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1920240" cy="7772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0–1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4884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606040" y="1005840"/>
            <a:ext cx="1920240" cy="7772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9748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2–3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1920240" cy="7772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4652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903720" y="1005840"/>
            <a:ext cx="1920240" cy="77724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9516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9516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 brought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here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walked in as a Questioner.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deck just showed you the path to AI-First.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Toolkit</a:t>
            </a:r>
            <a:endParaRPr lang="en-US" sz="40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ChatGPT, Claude, 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here. Free tiers available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workflow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Copilot, Gemini in Workspace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Cursor,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AI-first 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connections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servers, Zapier AI, custom integrations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0E4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4–5 territory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3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30-Day Challenge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Four weeks. Four persona crossings.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82296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141732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920240"/>
            <a:ext cx="1920240" cy="21031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20240"/>
            <a:ext cx="54864" cy="21031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9659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1762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23957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6060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structured prompt.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manual.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phrasing difference.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417320"/>
            <a:ext cx="411480" cy="4114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920240"/>
            <a:ext cx="1920240" cy="21031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920240"/>
            <a:ext cx="54864" cy="21031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19659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21762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into Viber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0" y="23957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0" y="26060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context. Ask AI to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clarifying questions.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jump.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40680" y="1417320"/>
            <a:ext cx="411480" cy="4114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1920240"/>
            <a:ext cx="1920240" cy="21031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1920240"/>
            <a:ext cx="54864" cy="21031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9659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21762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AI-First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92040" y="23957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92040" y="26060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connections.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pull context itself.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what it finds.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9520" y="1417320"/>
            <a:ext cx="411480" cy="41148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28" name="Shape 26"/>
          <p:cNvSpPr/>
          <p:nvPr/>
        </p:nvSpPr>
        <p:spPr>
          <a:xfrm>
            <a:off x="6903720" y="1920240"/>
            <a:ext cx="1920240" cy="21031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03720" y="1920240"/>
            <a:ext cx="54864" cy="21031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30" name="Text 28"/>
          <p:cNvSpPr/>
          <p:nvPr/>
        </p:nvSpPr>
        <p:spPr>
          <a:xfrm>
            <a:off x="7040880" y="19659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0" y="21762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AI-First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40880" y="23957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40880" y="26060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into phases.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them. Compare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1. You're orchestrating.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weeks. One task. Same journey this deck just took you on.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come back to where we started.</a:t>
            </a:r>
            <a:endParaRPr lang="en-US" sz="2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Circle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person spending 45 minutes copy-pasting into ChatGPT?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learned to prompt with specificity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a Viber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2–3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let the agent find what it needed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going AI-First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chained the whole 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AI-First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were a Questioner who became AI-First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371600" y="3520440"/>
            <a:ext cx="64008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task. Two minutes.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the trick. Now you know it too.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was in knowing how to work with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0" y="2743200"/>
            <a:ext cx="3657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start with one task, this week.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Agents to Give Up Their Secrets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Agents to Give Up Their Secrets</dc:title>
  <dc:subject>PptxGenJS Presentation</dc:subject>
  <dc:creator>AI Best Practices</dc:creator>
  <cp:lastModifiedBy>AI Best Practices</cp:lastModifiedBy>
  <cp:revision>1</cp:revision>
  <dcterms:created xsi:type="dcterms:W3CDTF">2026-02-19T11:30:24Z</dcterms:created>
  <dcterms:modified xsi:type="dcterms:W3CDTF">2026-02-19T11:30:24Z</dcterms:modified>
</cp:coreProperties>
</file>