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hook land. This is the emotional anchor — the entire closing (slide 49) calls back to this person. Pause after 'This deck is about the trick.'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judgment — this is about knowing where you are so you can level up. Most readers will self-identify at level 1-2. The deck promises to move them to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1) AI is already everywhere — you're not early, 2) almost nobody is using it seriously. The opportunity gap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on individual stats. The point is the pattern: every era had skeptics, every era punished those who waited.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stat is the killer. The gap between 'we have AI' and 'we're using AI well'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permission-granting moment. AI's interface is natural language. The audience already has the prerequisite.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the reader feel validated. The overwhelm is real. Don't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questions represent common confusions. The audience should feel like someone is finally asking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only need the top two layers (app and agent). The bottom two are for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doesn't make the brain — they build tools around someone else's. This is why the agent/app layer matters more for most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the AI news cycle. The biggest user-facing improvements come from better agents, apps, and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twist stat is the most important. It reframes the deck's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 was the canary in the coal mine. The same transformation is coming to every role. The 10x DAU growth shows the hockey stick is happening NOW in non-engineering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Mental-model shift. The audience likely thinks output quality is about the AI. This section proves it's about the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output should look recognizably mediocre. Don't dwell on it — establish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vague request produces noticeably different output. The role sets the AI's default tone, depth, and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the request = specificity in the output. We didn't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is one of the most common mistakes. If you have 5 tasks, send 5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"Radically honest," "think step by step," "challenge my assumptions," and "flag uncertainty" are four of the highest-leverage keyword modifiers.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iteration changed wording. We never changed what the AI knew. That's the setup for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of the deck. Celebrate the progress, then plant the seed that there's a bigger lever. The transition should feel like a cliffhanger.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slide. Level 2 = words. Level 3 = information. First of four Dory touchpoints.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'AI gives bad answers.' It's almost never the model — it's the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clearest Level 2/3 boundary demonstration. The prompt didn't change. The context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least one question should be something the user wouldn't have thought to mention.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statement for Level 3. Skills (next) are the systematic way to find the sweet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move context engineering from manual to systematic. The Dory visual reinforces: you're briefing Dory before each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examples — every role has skills waiting to be written. Everyone should identify with at least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properties are what make skills transformative vs. just helpful.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Prevents thinking skills only exist in one tool. ChatGPT custom instructions, Claude Project rules, system prompts — all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Level 2 vs Level 3. Prompt engineering = per-interaction. Context engineering = compounding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calibration, not fear-mongering. The three rules go from most concrete (numbers) to most abstract (judgment).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bullet matters most — the 'feels right' trap. AI outputs are polished and confident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 is so universal it's invisible. Drawing it as a diagram makes people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contrast with slide 34 is the whole point. Chef metaphor sets up Level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concrete and visual. The audience should be thinking 'what would I connect?'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forgotten budget memo is the killer detail. Everyone has this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USB-C analogy does the heavy lifting. Don't over-explain the protocol. Adoption stats prove it's real, not vaporware.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are bad at long chains but excellent at focused tasks. Kitchen brigade leverages the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 should be understandable in 5 seconds. The filtering point is critical — not everything passes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Distilled principle. The 'write this down'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manual workflow the audience has watched evolve through the entire deck. Now it's at full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The audience watched this proposal evolve from slide 15's vague prompt. The skills compounding beat is the fourth Dory touchpoint.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Proves universality. Not just for proposals — any multi-step knowledge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 should be thinking 'What would I chain?' That question sets up the 30-Day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Full-circle moment. The spectrum from slide 2, but now they understand what each level means.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Practical, not exhaustive. Know which tool to try first for their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actionable takeaway. Same task across four weeks mirrors the deck's progression.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close. The callback lands the entire arc in four sentences. Pause after 'Now you know it too.'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One task, this week — not 'transform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Agents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Up Their Secrets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716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AI that actually works — from confused to in control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7315200" cy="2194560"/>
          </a:xfrm>
          <a:prstGeom prst="rect">
            <a:avLst/>
          </a:prstGeom>
          <a:solidFill>
            <a:srgbClr val="2A2A4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3774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month, I watched someone spend 45 minutes going back and forth with ChatGPT trying to write a one-page summary. Copy, paste, 'no that's not right', copy, paste, 'closer but...'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took 2 minutes once they knew the trick. This deck is about the trick."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on the Spectrum?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280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AI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engage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9748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ChatGPT, uses 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engine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4924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801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AI tools, then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output by hand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2801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9951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through AI;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agents, workflows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840480"/>
            <a:ext cx="42062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57200" y="3886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are here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14884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429768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446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Are Still in the Shallow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AI tools monthly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2% pay for premium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mass reach — but almost nobody is going deep.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DataReportal 2026; Reuters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Seen This Movie Before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productivity growth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(0.6% → 1.0%/yr)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Reserve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974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9748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business online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→ 30%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Capitalist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Smartphones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pattern speaks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itself)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35240" y="187452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951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$7T projected GDP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over 10 years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era had skeptics. Every era punished those who waited.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Moment Is 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Fortune 500 use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AI agents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Security Blog,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$2.6–4.4T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Global Institute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31%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prioritized AI use cases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production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coming. It's here. But most people aren't using it well yet. That gap is your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skill for AI is talking —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already have it.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missing the skill. You're just using it wrong.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your walkthrough. Each section levels you up.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Let's start by understanding what we're actually dealing with...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743200" y="822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286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9436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5603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" y="640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2004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28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00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864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4747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6576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DeepMind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Yeah. Exactly.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73152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731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and GPT?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10972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Claude the same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ChatGPT?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74320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5087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even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0" y="29260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know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token is?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make this simple.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Stack, Simply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005840"/>
            <a:ext cx="54864" cy="7315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thing you use)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26080" y="1097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Copilot. This is what you interact with.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88720" y="1874520"/>
            <a:ext cx="67665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88720" y="1874520"/>
            <a:ext cx="54864" cy="7315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worker)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2004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+ tools. The brain has ideas; the agent has hands.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463040" y="2743200"/>
            <a:ext cx="6217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463040" y="2743200"/>
            <a:ext cx="54864" cy="731520"/>
          </a:xfrm>
          <a:prstGeom prst="rect">
            <a:avLst/>
          </a:prstGeom>
          <a:solidFill>
            <a:srgbClr val="4B556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880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2788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2240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phone line)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474720" y="2834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talks to the brain. You don't need to know this exists.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737360" y="3611880"/>
            <a:ext cx="56692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737360" y="3611880"/>
            <a:ext cx="54864" cy="731520"/>
          </a:xfrm>
          <a:prstGeom prst="rect">
            <a:avLst/>
          </a:prstGeom>
          <a:solidFill>
            <a:srgbClr val="6B72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7490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51460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51460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brain)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74904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AI model trained on text. You never touch this directly.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 → apps use agents → agents call APIs → APIs talk to LLMs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What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274320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Know Them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everyone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"thinking"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in Workspace,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Google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OpenAI's)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across Office,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Real Action 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$billions to train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months per model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 companies can do it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is slow and expensive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/ App Side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just software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has exploded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build agents and apps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appear weekly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action is in how models are used — and that's where you come in.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Was First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code is now AI-generated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"Vibe coding" went from joke to industry practice in under a year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Twist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who felt 20% faster actually took</a:t>
            </a:r>
            <a:endParaRPr lang="en-US" sz="14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 longer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debugging and cleanup were included.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'uses AI tools' and 'uses AI tools well' is massive.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went first, made all the mistakes, and learned what works. This deck teaches you those lessons.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Second Talent; Addy Osmani; Karpathy coined 'vibe coding' Feb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Is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 DAU increased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year-over-year (Q2 2026)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Excel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Docs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Workflows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what the tools are. Level 2: let's learn how to actually talk to them...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How to Stop Getting Useless Answers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type something vague, get something generic, and blame the AI. Let's fix that.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4B5563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Output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proposal with bland headers,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content, no specifics,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company...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(truncated — you've seen this before)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You need to write a project proposal for reducing new hire onboarding time. Let's see how changing only the words transforms the output.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talking to a stranger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responds as a generic assistant — competent but surface-level. Like asking a random person on the street to write your proposal.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 who specializes in onboarding optimization for mid-to-large companies.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relevant frameworks, industry terminology, realistic timelines — just from telling the AI who it is.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frames everything that follows. Always start here.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vague 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audience, no constraints, no direction. The AI guesses everything.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 new hire onboarding time from 4 weeks to 2 weeks, aimed at the VP of People, in a format suitable for a leadership review meeting. Keep it under 2 pages."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Dramatically different result.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it like briefing a colleague, not searching Google.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kitchen sink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the proposal, also draft an email to the team about it, and create a budget spreadsheet, and summarize the key risks, and..."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requests tangled together. Tries everything, nails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"Structure the proposal with: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Problem statement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Proposed solution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Expected outcomes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Resource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Timeline"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Clear structure. The AI mirrors your organization.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asks produce structured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CodeSignal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leading the witness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you think reducing onboarding to 2 weeks would be great for the company?"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 → sycophantic agreement. Echo chamber.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"Be radically honest about potential challenges. Think step by step. Challenge my assumptions if they seem flawed. If you're uncertain about any claim, flag it explicitly."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pushes back on a weak assumption and flags an uncertain statistic.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uncertainty — an AI that says 'I'm not sure' is more useful than one that confidently makes things up.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OpenAI; DigitalOcean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hoping for the best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 guidance → random format.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essay when you needed bullets.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reformatting.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wouldn't ask a designer for 'something nice.'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this as a one-page executive brief with bullet points. Use data-driven language. Assume the reader has 2 minutes and no prior context."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extra precision, include a short example of what good output looks like.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format, tone, length, and audience assumptions produces immediately usable output.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example beats a long description.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5x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Prompt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Specificity + Structure + Keywords + Output Definition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consultant. Write a proposal for reducing onboarding from 4 to 2 weeks. Aimed at VP of People, leadership review format, under 2 pages. Structure: problem, solution, outcomes, resources, timeline. Be radically honest, challenge assumptions, flag uncertainty. One-page exec brief with bullets, data-driven language."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Same background info. Dramatically different result — purely from how the request was phrased.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AI Colleague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88720" y="1463040"/>
            <a:ext cx="1645920" cy="164592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Colleague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931920" y="1005840"/>
            <a:ext cx="47548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931920" y="1005840"/>
            <a:ext cx="54864" cy="3108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416052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is like Dory: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Incredibly smart. Genuinely wants to help. Remembers absolutely nothing between conversations.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Level 2, we got better at asking. But Dory's biggest problem isn't that she doesn't understand what you're saying — it's that she doesn't know what you know.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= words. Level 3 = information.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Attention Problem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lost — buries important stuff in noise. Key details get drowned out by irrelevant information.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Contradictory Info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confused — tries to satisfy everything at once. Output becomes incoherent.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 Instructions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wanders off — loses focus partway through. Starts strong, finishes weak.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that AI is dumb. The problem is that we're feeding it wrong.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orgs have AI agents in production, but 32% cite quality as top barrier — Source: Sombra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to Our Proposal — With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 Result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well-crafted prompt from the 5x Prompt slide.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plausible but generic. Reads like it could be for any company.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Context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+ background info: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onboarding stats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size &amp; structure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Known pain points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Relevant policies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sounds like someone who works here.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prompt. Different information. Dramatically different result.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Elastic; KDnuggets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 What It Needs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 about anything you'd need to know to write an excellent proposal."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AI's Questions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What's the current onboarding timeline?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constraints?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stakeholder concerns?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metrics you'll be measured on?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Previous failed attempts?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context engineering for you.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technique: let AI close its own context gaps.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Anthropic/Claude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too much. Not too little.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context at the right time.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tweaks the question.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builds the knowledge base.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CIO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The Real Superpower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</a:t>
            </a:r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instructions, rules, and context packages — injected into the AI's context only when relevant.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8862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5603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560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Briefing documents handed to Dory before each specific task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3291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800600" y="2377440"/>
            <a:ext cx="38862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00600" y="2377440"/>
            <a:ext cx="54864" cy="16459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25603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gets exactly what it needs, exactly when it needs it.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in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"Brand Voice"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guidelines, personas, terminology, good/bad examples.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piece sounds like your brand.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it: manually paste style guide every time.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"Code Review"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Conventions, architecture, anti-patterns, security rules.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reviews across the team.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it: inconsistent quality, repeated mistakes.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4B5563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Ops/Legal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"Compliance"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Regulations, workflows, disclaimers, escalation paths.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default.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it: manual compliance checks on every output.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Skills Change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gets the same quality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1 person or 10,000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loads what's relevant, keeping Dory on track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investing in context architecture see 50% faster responses and 40% higher quality outputs. — CodeConductor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Concept, Many Names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"Custom instructions" = "System prompts"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"Rules" = "Skills"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triggered by you, the app, or the AI itself differs across tools. The principle is identical.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has a way to save reusable instructions, use it. That's a skill.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GPS, Not Directions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directions for each individual trip.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every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compound.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+ Skills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 GPS with home, office, preferences, traffic patterns.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smarter the more you invest.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made you better at asking. Level 3 makes AI better at understanding you — and the difference is permanent.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Never trust numbers you didn't provide.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cite a source, it made it up.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Verify claims against sources.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= first draft, not final answer.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Use AI for drafts, not decisions.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 is the last step.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is brilliant and helpful. Dory also sometimes remembers things that never happened. Love Dory. Fact-check Dory.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Keep Your Hands on the Wheel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Sensitive/confidential data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approved/enterprise tools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legal/compliance language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humans approve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where being wrong has serious consequences </a:t>
            </a:r>
            <a:pPr indent="0" marL="0">
              <a:spcAft>
                <a:spcPts val="1000"/>
              </a:spcAft>
              <a:buNone/>
            </a:pP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AI's answer 'feels right' but you can't verify it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moment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power tool, not autopilot. Surgeons trust scalpels. They still look where they cut.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Copy-Paste Trap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documents to provide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into the AI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output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manually apply it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bottleneck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know what context AI needs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doing grunt 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 Ferrari to carry groceries.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Dory the Keys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retrieves its own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identifies gaps, goes back for more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creates/edits outputs directly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and approve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Dory. Same memory issues.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now she has hands, eyes, and a to-do list.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great chef who finds ingredients, preps, cooks, and plates.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taste-test at the end.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moved from 'operator at every step' to 'reviewer at the end.'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Connections Are Everything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search/fetch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fact-check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2900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258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access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context, draft responses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6364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9494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templates, past work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9436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88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2801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real data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9184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7889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48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access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11480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context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2648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6364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889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4944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connections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9494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can imagine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connections like giving Dory a phone, a filing cabinet, and a library card.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 — With Connections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Connections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Copy-paste HR handbook, survey results, team structure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Forget the budget memo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Proposal misses cost constraints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 asks about it — too late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Connections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reads HR system directly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Pulls survey data automatically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the budget memo you forgot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a policy constraint you didn't know existed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found context you wouldn't have thought to provide.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MCP: USB-C for AI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MCP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tools × M sources =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connectors everywhere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Tangled web of integrations.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custom-built and fragile.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MCP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standard protocol.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hub-and-spoke.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Released by Anthropic Nov 2024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Now Linux Foundation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10,000+ public MCP servers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Adopted by ChatGPT, Cursor, Gemini, VS Code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97M+ monthly SDK downloads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doing one task is powerful. But real work has multiple steps. Final level...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Anthropic; Pento; Wikipedia; The New Stack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vs. A Kitchen Brigade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4: One Chef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chef, everything solo.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single tasks. But a 10-course dinner alone = burnout, mistakes, forgotten appetizer.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5: Kitchen Brigade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chefs at stations.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of Dorys, each doing one focused step. Each fresh, focused, brilliant at one thing.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isn't making one AI smarter. It's making many AIs work together.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Chaining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1188720" cy="731520"/>
          </a:xfrm>
          <a:prstGeom prst="rect">
            <a:avLst/>
          </a:prstGeom>
          <a:solidFill>
            <a:srgbClr val="4B556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188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20240" y="1188720"/>
            <a:ext cx="1188720" cy="73152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920240" y="1188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49040" y="1188720"/>
            <a:ext cx="1188720" cy="73152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749040" y="1188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188720"/>
            <a:ext cx="1188720" cy="73152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577840" y="1188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1188720"/>
            <a:ext cx="1188720" cy="731520"/>
          </a:xfrm>
          <a:prstGeom prst="rect">
            <a:avLst/>
          </a:prstGeom>
          <a:solidFill>
            <a:srgbClr val="2D936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98080" y="1188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08760" y="1280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154680" y="1280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83480" y="1280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12280" y="1280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468880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0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603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560320"/>
            <a:ext cx="54864" cy="12801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job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29718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 has a single, clear job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91840" y="25603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91840" y="2560320"/>
            <a:ext cx="54864" cy="12801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context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474720" y="29718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filtered between steps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26480" y="25603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26480" y="2560320"/>
            <a:ext cx="54864" cy="12801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quality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9718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on verified output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big tasks into focused steps.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results forward.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context between each.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well. The chain does everything well.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Way: 1.5 Hours of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onboarding docs and survey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into AI, ask for draft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output, realize it's missing budget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1874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331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budget data, re-prompt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 to leadership template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review draft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3246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3703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apply suggestions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8229600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~1.5 hours of you being the bottleneck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Chained Way: 15 Minutes of Judgment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— Research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our onboarding process. Pull metrics from HR, read the last 3 surveys, summarize pain points."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10515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 brief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— Draft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07568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this brief, draft a proposal to reduce onboarding from 4 to 2 weeks. One-page exec brief. Be radically honest."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32320" y="1828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Polished proposal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54864" cy="6858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— Review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285292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against our leadership template and style guide. Flag gaps, format correctly."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32320" y="2606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Final draft + notes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337560"/>
            <a:ext cx="54864" cy="68580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383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— Judgment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63016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adjust, approve. The part only humans can do: judgment.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3383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proposal. 15 minutes of judgment instead of 1.5 hours of grunt work. Your feedback becomes skills — the chain gets smarter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Department, Same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research synthesis — a PM/UX task: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customer interviews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tag themes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synthesis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recommendations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work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Chained in Three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64592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1828800"/>
            <a:ext cx="640080" cy="6400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tags themes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50 interviews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645920"/>
            <a:ext cx="54864" cy="21945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Shape 9"/>
          <p:cNvSpPr/>
          <p:nvPr/>
        </p:nvSpPr>
        <p:spPr>
          <a:xfrm>
            <a:off x="4206240" y="182880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themes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product roadmap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645920"/>
            <a:ext cx="25603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645920"/>
            <a:ext cx="54864" cy="219456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17" name="Shape 15"/>
          <p:cNvSpPr/>
          <p:nvPr/>
        </p:nvSpPr>
        <p:spPr>
          <a:xfrm>
            <a:off x="7040880" y="1828800"/>
            <a:ext cx="640080" cy="6400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0936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recommendation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 with evidence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880360" y="2423160"/>
            <a:ext cx="365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301752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715000" y="2423160"/>
            <a:ext cx="365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585216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is universal. The roles change. The approach doesn't.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Asking to Orchestrating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103120"/>
            <a:ext cx="82296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use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06040" y="100584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 question,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an answer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prompt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prompts, context,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by hand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2–3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100584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9516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drive, chains handle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complexity, humans judge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4–5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2976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465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journey this deck just took you on.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Toolkit</a:t>
            </a:r>
            <a:endParaRPr lang="en-US" sz="2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here. Free tiers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workflow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Copilot, Gemini in Workspace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Cursor,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connections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servers, Zapier AI, custom integrations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4–5 territory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30-Day Challenge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Four weeks. Four levels.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2801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19202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54864" cy="21031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structured prompt.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manual.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phrasing difference.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8016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Shape 10"/>
          <p:cNvSpPr/>
          <p:nvPr/>
        </p:nvSpPr>
        <p:spPr>
          <a:xfrm>
            <a:off x="2606040" y="1828800"/>
            <a:ext cx="19202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1828800"/>
            <a:ext cx="54864" cy="2103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24688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context. Ask AI to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jump.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40680" y="1280160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Shape 16"/>
          <p:cNvSpPr/>
          <p:nvPr/>
        </p:nvSpPr>
        <p:spPr>
          <a:xfrm>
            <a:off x="4754880" y="1828800"/>
            <a:ext cx="19202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28800"/>
            <a:ext cx="54864" cy="21031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24688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connections.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pull context itself.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it finds.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1280160"/>
            <a:ext cx="411480" cy="4114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24" name="Shape 22"/>
          <p:cNvSpPr/>
          <p:nvPr/>
        </p:nvSpPr>
        <p:spPr>
          <a:xfrm>
            <a:off x="6903720" y="1828800"/>
            <a:ext cx="19202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03720" y="1828800"/>
            <a:ext cx="54864" cy="21031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4088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24688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phases. Chain them.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Week 1.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orchestrating now.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weeks. One task. Same journey this deck just took you on.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Circle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person spending 45 minutes copy-pasting into ChatGPT?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learned to prompt with specificity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fed the AI their actual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let the agent find what it needed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chained the whole workflow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3703320"/>
            <a:ext cx="64008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task. Two minutes.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trick. Now you know it too.</a:t>
            </a:r>
            <a:endParaRPr lang="en-US" sz="2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was in knowing how to work with it.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0" y="2743200"/>
            <a:ext cx="3657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start with one task, this week.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Agents to Give Up Their Secrets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Agents to Give Up Their Secrets</dc:title>
  <dc:subject>PptxGenJS Presentation</dc:subject>
  <dc:creator>AI Best Practices</dc:creator>
  <cp:lastModifiedBy>AI Best Practices</cp:lastModifiedBy>
  <cp:revision>1</cp:revision>
  <dcterms:created xsi:type="dcterms:W3CDTF">2026-02-18T01:03:45Z</dcterms:created>
  <dcterms:modified xsi:type="dcterms:W3CDTF">2026-02-18T01:03:45Z</dcterms:modified>
</cp:coreProperties>
</file>