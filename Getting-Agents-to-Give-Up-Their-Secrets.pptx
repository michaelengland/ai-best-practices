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hook land. This is the emotional anchor — the entire closing (slide 46) calls back to this person. Pause after 'This deck is about the trick.'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readers will self-identify at Questioner. The personas are identity milestones — the deck's levels are the how. This framing pays off at slide 43 when we come full circle.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points: 1) AI is already everywhere — you're not early, 2) almost nobody is using it seriously. The opportunity gap is enormous.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dwell on individual stats. The point is the pattern: every era had skeptics, every era punished those who waited.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stat is the killer. The gap between 'we have AI' and 'we're using AI well' is enormous.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permission-granting moment. AI's interface is natural language. The audience already has the prerequisite.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Makes the reader feel validated. The overwhelm is real. Don't explain anything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questions represent common confusions. The audience should feel like someone is finally asking their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people only need the top two layers (app and agent). The bottom two are for developers.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Microsoft doesn't make the brain — they build tools around someone else's. This is why the agent/app layer matters more for most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Reframes the AI news cycle. The biggest user-facing improvements come from better agents, apps, and workflows.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twist stat is the most important. It reframes the deck's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 milestone: Skeptic → Questioner. The 10x DAU growth shows the hockey stick is happening NOW. Transition: Level 2 — let's learn how to actually talk to them...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Mental-model shift. The audience likely thinks output quality is about the AI. This section proves it's about the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output should look recognizably mediocre. Don't dwell on it — establish the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vague request produces noticeably different output. The role sets the AI's default tone, depth, and perspective.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Specificity in the request = specificity in the output. We didn't give new information — we described what we actually wanted.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kitchen-sink prompt is one of the most common mistakes. If you have 5 tasks, send 5 prompts.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"Radically honest," "think step by step," "challenge my assumptions," and "flag uncertainty" are four of the highest-leverage keyword modifiers.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iteration changed wording. We never changed what the AI knew. That's the setup for Level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hinge of the deck. Celebrate the progress, then plant the seed that there's a bigger lever. The transition should feel like a cliffhanger.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clearest Level 2/3 boundary demonstration. The prompt didn't change. The context did. This is the 'aha' — it's not about the words, it's about what the AI knows.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Dory metaphor has a reason. The reader just saw what context does (slide 22); Dory explains the mechanism. First of five Dory touchpoints.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Reframes 'AI gives bad answers.' It's almost never the model — it's the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does context engineering for you. This addresses the attention problem from slide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Crystallizes Level 3. Persona milestone: Questioner → Viber. The reader knows they're making progress, but the work is still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copy-paste cycle is so universal it's invisible. Drawing it as a diagram makes people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contrast with slide 27 is the whole point. Chef metaphor sets up Level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gets a single-line mention ('USB-C for AI') rather than a dedicated slide. Full MCP detail available in appendix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forgotten budget memo is the killer detail. Everyone has this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this slide lands. The reader just watched us hand AI the keys to documents, databases, and workflows. They should be feeling 'Wait, can I trust it with all that?' This addresses the unease at exactly the moment it's felt.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fourth bullet matters most — the 'feels right' trap. Persona milestone: Viber → approaching AI-First.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LLMs are bad at long chains but excellent at focused tasks. Kitchen brigade leverages the strength. Third Dory touchpoint.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onboarding proposal is now broken into focused steps. Each agent gets only the context it needs. The Phase 0 tip is a practical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Distilled principle. The 'write this down'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 introduced HERE — after the reader understands chains and the kitchen brigade. The framing is 'how you program each Dory,' not an abstract concept.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onboarding chain from slide 34, now upgraded with skills. The audience sees the concrete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properties are what make skills transformative vs. just helpful. The compounding beat sets up the payoff in slide 42.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Prevents thinking skills only exist in one tool. ChatGPT custom instructions, Claude Project rules, system prompts — all skills.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Crystallizes the full journey. Each level built on the last. The GPS metaphor ties all five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manual workflow the audience has watched evolve through the entire deck. Now it's at full scale and the pain is vivid.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climax. The skills compounding beat is the final Dory touchpoint — even though Dory forgets, the skills persist.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rush this — let the audience see how far they've come. The spectrum from slide 2 is now a journey they've completed.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Practical, not exhaustive. Know which tool to try first for their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actionable takeaway. Same task across four weeks mirrors the deck's progression. Now framed as persona crossings for motivation.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close. The callback lands the entire arc. Persona language makes it concrete — the person from slide 1 went from Questioner to AI-First. Pause after 'Now you know it too.'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 exit. One task, this week — not 'transform everything.'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Getting Agents to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Up Their Secrets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1371600" y="1554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 to AI that actually works — from confused to in control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7315200" cy="2194560"/>
          </a:xfrm>
          <a:prstGeom prst="rect">
            <a:avLst/>
          </a:prstGeom>
          <a:solidFill>
            <a:srgbClr val="2A2A4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86000"/>
            <a:ext cx="54864" cy="21945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237744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"Last month, I watched someone spend 45 minutes going back and forth with ChatGPT trying to write a one-page summary. Copy, paste, 'no that's not right', copy, paste, 'closer but...'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4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task took 2 minutes once they knew the trick. This deck is about the trick."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Are You on the Spectrum?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1560" y="1143000"/>
            <a:ext cx="731520" cy="731520"/>
          </a:xfrm>
          <a:prstGeom prst="ellipse">
            <a:avLst/>
          </a:prstGeom>
          <a:solidFill>
            <a:srgbClr val="F5F5F5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2801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Skeptic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AI 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to engage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60604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0400" y="1143000"/>
            <a:ext cx="731520" cy="731520"/>
          </a:xfrm>
          <a:prstGeom prst="ellipse">
            <a:avLst/>
          </a:prstGeom>
          <a:solidFill>
            <a:srgbClr val="F5F5F5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801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9748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Questioner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69748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ChatGPT, uses 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search engine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75488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349240" y="1143000"/>
            <a:ext cx="731520" cy="731520"/>
          </a:xfrm>
          <a:prstGeom prst="ellipse">
            <a:avLst/>
          </a:prstGeom>
          <a:solidFill>
            <a:srgbClr val="F5F5F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28016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4632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Viber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84632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AI tools, then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output by hand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90372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0" y="1143000"/>
            <a:ext cx="731520" cy="731520"/>
          </a:xfrm>
          <a:prstGeom prst="ellipse">
            <a:avLst/>
          </a:prstGeom>
          <a:solidFill>
            <a:srgbClr val="F5F5F5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128016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9516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AI-First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99516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through AI;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context, agents, workflows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3840480"/>
            <a:ext cx="4206240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4" name="Text 18"/>
          <p:cNvSpPr/>
          <p:nvPr/>
        </p:nvSpPr>
        <p:spPr>
          <a:xfrm>
            <a:off x="457200" y="3886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are here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14884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429768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Text 21"/>
          <p:cNvSpPr/>
          <p:nvPr/>
        </p:nvSpPr>
        <p:spPr>
          <a:xfrm>
            <a:off x="644652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your milestones. This deck’s levels are the steps that move you to the right. Find yourself — by the end, we’ll have moved you.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People Are Still in the Shallow End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1887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billion+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use AI tools monthly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than 2% pay for premium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has mass reach — but almost nobody is going deep.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DataReportal 2026; Reuters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We've Seen This Movie Before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7680960" cy="0"/>
          </a:xfrm>
          <a:prstGeom prst="line">
            <a:avLst/>
          </a:prstGeom>
          <a:noFill/>
          <a:ln w="38100">
            <a:solidFill>
              <a:srgbClr val="00B4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1980s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productivity growth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(0.6% → 1.0%/yr)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Reserve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3756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269748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69748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69748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business online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 → 30%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69748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Capitalist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4632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Smartphones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846320" y="2468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pattern speaks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itself)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35240" y="187452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699516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9516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99516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$7T projected GDP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over 10 years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99516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Goldman Sachs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era had skeptics. Every era punished those who waited.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Moment Is Now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Fortune 500 use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AI agents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Security Blog,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91840" y="100584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9184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$2.6–4.4T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7472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annually in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value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47472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Global Institute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100584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31%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30936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prioritized AI use cases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full production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0936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coming. It's here. But most people aren't using it well yet. That gap is your opportunity.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skill for AI is talking —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you already have it.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31089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not missing the skill. You're just using it wrong.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is your walkthrough. Each section levels you up.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1: Let's start by understanding what we're actually dealing with...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82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29200" y="274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743200" y="822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858000" y="548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0" y="1645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286000" y="2011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114800" y="1463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94360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74720" y="2926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72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7200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560320" y="1371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03520" y="1097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4320" y="640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3232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1005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320040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98080" y="274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114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828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00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02920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3232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7432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4864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474720" y="182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65760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DeepMind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7512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multi-modal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4320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Yeah. Exactly.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182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274320" y="182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0" y="274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84048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73152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731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 between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and GPT?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0" y="109728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66360" y="1097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Claude the same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ChatGPT?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371600" y="274320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508760" y="2743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even is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0" y="292608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235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 need to know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token is?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28600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going to make this simple.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Stack, Simply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005840"/>
            <a:ext cx="7315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005840"/>
            <a:ext cx="54864" cy="7315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1430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051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91640" y="1325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thing you use)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926080" y="10972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Claude, Copilot. This is what you interact with.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188720" y="1874520"/>
            <a:ext cx="67665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188720" y="1874520"/>
            <a:ext cx="54864" cy="7315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16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65960" y="1920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965960" y="2194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worker)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20040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 + tools. The brain has ideas; the agent has hands.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1463040" y="2743200"/>
            <a:ext cx="621792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1463040" y="2743200"/>
            <a:ext cx="54864" cy="731520"/>
          </a:xfrm>
          <a:prstGeom prst="rect">
            <a:avLst/>
          </a:prstGeom>
          <a:solidFill>
            <a:srgbClr val="4B556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288036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240280" y="27889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224028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phone line)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3474720" y="2834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software talks to the brain. You don't need to know this exists.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1737360" y="3611880"/>
            <a:ext cx="56692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1737360" y="3611880"/>
            <a:ext cx="54864" cy="731520"/>
          </a:xfrm>
          <a:prstGeom prst="rect">
            <a:avLst/>
          </a:prstGeom>
          <a:solidFill>
            <a:srgbClr val="6B728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3749040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2514600" y="3657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2514600" y="39319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brain)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3749040" y="37033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massive AI model trained on text. You never touch this directly.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apps → apps use agents → agents call APIs → APIs talk to LLMs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Makes What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371600"/>
                <a:gridCol w="2743200"/>
                <a:gridCol w="24688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/ 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Know Them 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everyone uses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Claude.ai, Claude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"thinking" 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in Workspace, Android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in your Google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(uses OpenAI's)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across Office, GitHub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in your work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Real Action 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Side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$billions to train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months per model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~5 companies can do it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is slow and expensive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/ App Side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just software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has exploded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build agents and apps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tools appear weekly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action is in how models are used — and that's where you come in.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Engineering Was First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Headline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41%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code is now AI-generated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"Vibe coding" went from joke to industry practice in under a year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Twist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who felt 20% faster actually took</a:t>
            </a:r>
            <a:endParaRPr lang="en-US" sz="1400" dirty="0"/>
          </a:p>
          <a:p>
            <a:pPr indent="0" marL="0">
              <a:buNone/>
            </a:pPr>
            <a:r>
              <a:rPr lang="en-US" sz="2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19% longer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debugging and cleanup were included.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'uses AI tools' and 'uses AI tools well' is massive.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went first, made all the mistakes, and learned what works. This deck teaches you those lessons.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Second Talent; Addy Osmani; Karpathy coined 'vibe coding' Feb 2025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Job Is Next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005840"/>
            <a:ext cx="731520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0972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10x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3657600" y="11887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 Copilot DAU increased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year-over-year (Q2 2026)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097280" y="3200400"/>
            <a:ext cx="155448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 Excel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3200400"/>
            <a:ext cx="155448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260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 Word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3200400"/>
            <a:ext cx="155448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548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in Docs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0" y="3200400"/>
            <a:ext cx="155448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836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 Workflows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were a Skeptic, you're now a Questioner — you know what AI is and you're ready to use it.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or, How to Stop Getting Useless Answers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type something vague, get something generic, and blame the AI. Let's fix that.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Task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383280"/>
          </a:xfrm>
          <a:prstGeom prst="rect">
            <a:avLst/>
          </a:prstGeom>
          <a:solidFill>
            <a:srgbClr val="4B5563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Prompt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Output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8348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proposal with bland headers,</a:t>
            </a: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content, no specifics,</a:t>
            </a: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awareness of your company...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(truncated — you've seen this before)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familiar? You need to write a project proposal for reducing new hire onboarding time. Let's see how changing only the words transforms the output.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 a Role</a:t>
            </a:r>
            <a:pPr indent="0" marL="0">
              <a:buNone/>
            </a:pPr>
            <a:r>
              <a:rPr lang="en-US" sz="16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talking to a stranger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responds as a generic assistant — competent but surface-level. Like asking a random person on the street to write your proposal.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are a senior HR operations consultant who specializes in onboarding optimization for mid-to-large companies.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relevant frameworks, industry terminology, realistic timelines — just from telling the AI who it is.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frames everything that follows. Always start here.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Specific</a:t>
            </a:r>
            <a:pPr indent="0" marL="0">
              <a:buNone/>
            </a:pPr>
            <a:r>
              <a:rPr lang="en-US" sz="16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the vague ask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audience, no constraints, no direction. The AI guesses everything.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proposal for reducing new hire onboarding time from 4 weeks to 2 weeks, aimed at the VP of People, in a format suitable for a leadership review meeting. Keep it under 2 pages."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information. Dramatically different result.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it like briefing a colleague, not searching Google.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 at a Time</a:t>
            </a:r>
            <a:pPr indent="0" marL="0">
              <a:buNone/>
            </a:pPr>
            <a:r>
              <a:rPr lang="en-US" sz="16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the kitchen sink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the proposal, also draft an email to the team about it, and create a budget spreadsheet, and summarize the key risks, and..."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requests tangled together. Tries everything, nails nothing.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"Structure the proposal with: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Problem statement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Proposed solution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Expected outcomes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Resource requirements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Timeline"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task. Clear structure. The AI mirrors your organization.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asks produce structured outputs.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CodeSignal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Keywords</a:t>
            </a:r>
            <a:pPr indent="0" marL="0">
              <a:buNone/>
            </a:pPr>
            <a:r>
              <a:rPr lang="en-US" sz="16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leading the witness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"Don't you think reducing onboarding to 2 weeks would be great for the company?"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question → sycophantic agreement. Echo chamber.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"Be radically honest about potential challenges. Think step by step. Challenge my assumptions if they seem flawed. If you're uncertain about any claim, flag it explicitly."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pushes back on a weak assumption and flags an uncertain statistic.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uncertainty — an AI that says 'I'm not sure' is more useful than one that confidently makes things up.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OpenAI; DigitalOcean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the Output</a:t>
            </a:r>
            <a:pPr indent="0" marL="0">
              <a:buNone/>
            </a:pPr>
            <a:r>
              <a:rPr lang="en-US" sz="16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hoping for the best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format guidance → random format.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5-page essay when you needed bullets.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minutes reformatting.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wouldn't ask a designer for 'something nice.'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this as a one-page executive brief with bullet points. Use data-driven language. Assume the reader has 2 minutes and no prior context."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extra precision, include a short example of what good output looks like.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format, tone, length, and audience assumptions produces immediately usable output.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example beats a long description.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5x Prompt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6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Prompt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+ Specificity + Structure + Keywords + Output Definition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are a senior HR operations consultant. Write a proposal for reducing onboarding from 4 to 2 weeks. Aimed at VP of People, leadership review format, under 2 pages. Structure: problem, solution, outcomes, resources, timeline. Be radically honest, challenge assumptions, flag uncertainty. One-page exec brief with bullets, data-driven language."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task. Same background info. Dramatically different result — purely from how the request was phrased.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Prompt, Different Context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2 Result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well-crafted prompt from the 5x Prompt slide.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plausible but generic. Reads like it could be for any company.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Context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 + background info: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Current onboarding stats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Company size &amp; structure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Known pain points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Relevant policies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sounds like someone who works here.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prompt. Different information. Dramatically different result.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Elastic; KDnuggets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Your AI Colleague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0040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88720" y="1463040"/>
            <a:ext cx="1645920" cy="164592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73736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200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Dory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5720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Colleague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931920" y="1005840"/>
            <a:ext cx="47548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931920" y="1005840"/>
            <a:ext cx="54864" cy="31089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0" name="Text 7"/>
          <p:cNvSpPr/>
          <p:nvPr/>
        </p:nvSpPr>
        <p:spPr>
          <a:xfrm>
            <a:off x="4160520" y="118872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is like Dory: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Incredibly smart. Genuinely wants to help. Remembers absolutely nothing between conversations.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Level 2, we got better at asking. But Dory's biggest problem isn't that she doesn't understand what you're saying — it's that she doesn't know what you know.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SAW context transform output. Dory explains WHY.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= words. Level 3 = information.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Attention Problem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Much Context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gets lost — buries important stuff in noise. Key details get drowned out by irrelevant information.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05840"/>
            <a:ext cx="54864" cy="3291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Contradictory Info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gets confused — tries to satisfy everything at once. Output becomes incoherent.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05840"/>
            <a:ext cx="54864" cy="32918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Broad Instructions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wanders off — loses focus partway through. Starts strong, finishes weak.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isn't that AI is dumb. The problem is that we're feeding it wrong.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orgs have AI agents in production, but 32% cite quality as top barrier — Source: Sombra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Tell You What It Needs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Prompt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 you start, ask me clarifying questions about anything you'd need to know to write an excellent proposal."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AI's Questions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What's the current onboarding timeline?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constraints?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stakeholder concerns?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Success metrics you'll be measured on?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Previous failed attempts?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does context engineering for you.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highest-leverage technique: let AI close its own context gaps.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Anthropic/Claude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too much. Not too little.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right context at the right time.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914400" y="23774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tweaks the question.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builds the knowledge base.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371600" y="3474720"/>
            <a:ext cx="6400800" cy="914400"/>
          </a:xfrm>
          <a:prstGeom prst="rect">
            <a:avLst/>
          </a:prstGeom>
          <a:solidFill>
            <a:srgbClr val="E0F2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347472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1600200" y="352044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milestone: </a:t>
            </a:r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outgrown Questioner. You prompt well, you understand context, you get good results. You're a </a:t>
            </a:r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Viber</a:t>
            </a:r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but you're still doing all the work manually.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CIO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Copy-Paste Trap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0" y="10972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 which documents to provide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828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copy-paste into the AI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60604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read the output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063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2918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manually apply it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0" y="1097280"/>
            <a:ext cx="3200400" cy="25603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0" y="1097280"/>
            <a:ext cx="54864" cy="25603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0" name="Text 18"/>
          <p:cNvSpPr/>
          <p:nvPr/>
        </p:nvSpPr>
        <p:spPr>
          <a:xfrm>
            <a:off x="5715000" y="11887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the bottleneck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know what context AI needs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doing grunt 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 Ferrari to carry groceries.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Dory the Keys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0" y="10972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retrieves its own context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828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identifies gaps, goes back for more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60604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creates/edits outputs directly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063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2918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review and approve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0" y="1097280"/>
            <a:ext cx="3200400" cy="25603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0" y="1097280"/>
            <a:ext cx="54864" cy="25603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20" name="Text 18"/>
          <p:cNvSpPr/>
          <p:nvPr/>
        </p:nvSpPr>
        <p:spPr>
          <a:xfrm>
            <a:off x="5715000" y="11887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Dory. Same memory issues.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now she has hands, eyes, and a to-do list.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great chef who finds ingredients, preps, cooks, and plates.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taste-test at the end.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moved from 'operator at every step' to 'reviewer at the end.'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Connections Are Everything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search/fetch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28016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and fact-check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91840" y="100584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429000" y="123444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3258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1480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access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11480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context, draft responses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100584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63640" y="123444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2588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94944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templates, past work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46888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94360" y="269748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7889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8016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access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28016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real data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3291840" y="246888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3429000" y="269748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78892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11480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access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411480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context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26480" y="246888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263640" y="269748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2788920"/>
            <a:ext cx="365760" cy="36576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4944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connections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694944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— "USB-C for AI"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connections like giving Dory a phone, a filing cabinet, and a library card.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Proposal — With Connections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383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Connections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Copy-paste HR handbook, survey results, team structure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Forget the budget memo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Proposal misses cost constraints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VP asks about it — too late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Connections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Agent reads HR system directly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Pulls survey data automatically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Finds the budget memo you forgot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Flags a policy constraint you didn't know existed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found context you wouldn't have thought to provide.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Trust, But Verify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 numbers you didn't provide.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can't cite a source, it made it up.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claims against sources.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= first draft, not final answer.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for drafts, not decisions.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judgment is the last step.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is brilliant and helpful. Dory also sometimes remembers things that never happened. Love Dory. Fact-check Dory.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Keep Your Hands on the Wheel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Sensitive/confidential data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approved/enterprise tools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legal/compliance language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drafts, humans approve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where being wrong has serious consequences </a:t>
            </a:r>
            <a:pPr indent="0" marL="0">
              <a:spcAft>
                <a:spcPts val="1000"/>
              </a:spcAft>
              <a:buNone/>
            </a:pP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AI's answer 'feels right' but you can't verify it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dangerous moment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 power tool, not autopilot. Surgeons trust scalpels. They still look where they cut.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371600" y="3474720"/>
            <a:ext cx="6400800" cy="868680"/>
          </a:xfrm>
          <a:prstGeom prst="rect">
            <a:avLst/>
          </a:prstGeom>
          <a:solidFill>
            <a:srgbClr val="E0F2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3474720"/>
            <a:ext cx="54864" cy="8686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1600200" y="35204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milestone: </a:t>
            </a:r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no longer a Viber — you've let go of the wheel. You're approaching </a:t>
            </a:r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</a:t>
            </a:r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you're still working with a single agent. One last leap.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Chef vs. A Kitchen Brigade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4: One Chef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chef, everything solo.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single tasks. But a 10-course dinner alone = burnout, mistakes, forgotten appetizer.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5: Kitchen Brigade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chefs at stations.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classroom of Dorys, each doing one focused step. Each fresh, focused, brilliant at one thing.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 isn't making one AI smarter. It's making many AIs work together.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Chaining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463040" cy="68580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7432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0" y="1097280"/>
            <a:ext cx="1463040" cy="6858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097280"/>
            <a:ext cx="1463040" cy="685800"/>
          </a:xfrm>
          <a:prstGeom prst="rect">
            <a:avLst/>
          </a:prstGeom>
          <a:solidFill>
            <a:srgbClr val="0E749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9768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1463040" cy="685800"/>
          </a:xfrm>
          <a:prstGeom prst="rect">
            <a:avLst/>
          </a:prstGeom>
          <a:solidFill>
            <a:srgbClr val="2D936C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936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83080" y="11430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794760" y="11430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5760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806440" y="11430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66928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draft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notes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25603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37744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job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link has one clear job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2377440"/>
            <a:ext cx="25603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91840" y="237744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3" name="Text 21"/>
          <p:cNvSpPr/>
          <p:nvPr/>
        </p:nvSpPr>
        <p:spPr>
          <a:xfrm>
            <a:off x="347472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context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7472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filtered between steps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2377440"/>
            <a:ext cx="25603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0" y="237744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630936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quality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builds on verified output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8229600" cy="91440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" y="3520440"/>
            <a:ext cx="54864" cy="9144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3566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test: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initial prompt and context are getting long and complex, that's a signal you need a Phase 0 — an agent whose only job is to figure out what the rest of the chain needs.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 big tasks into focused steps.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 results forward.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 context between each.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31089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does one thing well. The chain does everything well.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Skills: Every Chef's Playbook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each Dory in the brigade know what to do?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1097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Skills: </a:t>
            </a:r>
            <a:pPr indent="0" marL="0">
              <a:buNone/>
            </a:pPr>
            <a:r>
              <a:rPr lang="en-US" sz="13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Predefined rules, instructions, templates, and context packages — injected into the AI's context only when relevant. Think of them as the specialized training manual each chef at each station receives.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4320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65176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 (Research) gets the "Research Standards" skill.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 (Review) gets the "Leadership Proposals" and "Compliance Policy" skills.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once, use forever. Every time the chain runs, each agent already knows its specialty.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investing in context architecture see 50% faster responses and 40% higher quality outputs.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CodeConductor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in Action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1 (Research)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"Research Standards"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look, what data to prioritize, how to structure the brief.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knows the company's data sources.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05840"/>
            <a:ext cx="54864" cy="32918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2 (Draft)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"Leadership Proposals"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VP's preferred format, tone, level of detail, how to frame costs.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proposal sounds like it was written for this audience.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05840"/>
            <a:ext cx="54864" cy="32918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3 (Review)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"Compliance Policy"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Regulations, required disclaimers, approval workflows.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policy gaps you didn't know existed.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skills, each agent starts from scratch. With skills, each agent already knows its specialty.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Skills Change Everything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once, use forever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gets the same quality context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1 person or 10,000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loads what's relevant, keeping each Dory's attention on track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they compound. Your feedback from each chain run becomes new skills. The brigade gets smarter every time.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Concept, Many Names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12801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"Custom instructions" = "System prompts"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"Rules" = "Skills"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28346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triggered by you, the app, or the AI itself differs across tools. The principle is identical.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has a way to save reusable instructions, use it. That's a skill.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GPS, Not Directions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directions for each individual trip.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every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compound.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00600" y="100584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0584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0972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Engineering + Skills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46304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a GPS with home, office, preferences, traffic patterns.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smarter the more you invest.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permanently.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made you better at asking. Level 3 taught AI what you know. Level 4 let AI drive. Level 5 put a whole team on the road — skills are the map each driver follows.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Manual Way: 1.5 Hours of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9601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onboarding docs and survey data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0" y="9601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63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4173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Copy-paste into AI, ask for draft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1417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18745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output, realize it's missing budget context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0" y="18745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3317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budget data, re-prompt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0" y="2331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27889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Reformat to leadership template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0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91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32461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 to review draft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0" y="32461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7490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749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14400" y="37033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apply suggestions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0" y="3703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206240"/>
            <a:ext cx="8229600" cy="0"/>
          </a:xfrm>
          <a:prstGeom prst="line">
            <a:avLst/>
          </a:prstGeom>
          <a:noFill/>
          <a:ln w="25400">
            <a:solidFill>
              <a:srgbClr val="E639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Total: ~1.5 hours of you being the bottleneck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Chained Way: 15 Minutes of Judgment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5669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33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 — Research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126187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"Research our onboarding process. Pull metrics from HR, read the last 3 surveys, summarize pain points."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132320" y="103327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Research brief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719072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719072"/>
            <a:ext cx="54864" cy="5669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74650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 — Draft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197510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"Using this brief, draft a proposal to reduce onboarding from 4 to 2 weeks. One-page exec brief for VP of People. Be radically honest."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32320" y="174650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Polished proposal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432304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432304"/>
            <a:ext cx="54864" cy="56692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4597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 — Review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268833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against our leadership template and compliance policy. Flag gaps, format correctly, list items needing human judgment."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32320" y="245973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Final draft + notes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145536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145536"/>
            <a:ext cx="54864" cy="566928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1729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— Judgment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340156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adjust, approve. The part only humans can do: judgment.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32320" y="317296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931920"/>
            <a:ext cx="8229600" cy="594360"/>
          </a:xfrm>
          <a:prstGeom prst="rect">
            <a:avLst/>
          </a:prstGeom>
          <a:solidFill>
            <a:srgbClr val="E0F2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931920"/>
            <a:ext cx="54864" cy="5943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95935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next time? </a:t>
            </a:r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feedback becomes skills. The VP's format → "Leadership Proposals" skill. Compliance gaps → updated "Compliance Policy" skill. The chain gets smarter every time — even though Dory won't remember, the skills will.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proposal. 15 minutes of judgment instead of 1.5 hours of grunt work.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Asking to Orchestrating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920240"/>
            <a:ext cx="82296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Skeptic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0–1 got you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this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4884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06040" y="100584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9748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Questioner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9748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2–3 got you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this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4632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Viber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 got you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this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4652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903720" y="100584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9516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AI-First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9516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 brought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here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" y="2926080"/>
            <a:ext cx="7315200" cy="1097280"/>
          </a:xfrm>
          <a:prstGeom prst="rect">
            <a:avLst/>
          </a:prstGeom>
          <a:solidFill>
            <a:srgbClr val="E0F2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walked in as a Questioner.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deck just showed you the path to AI-First.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Full-circle moment. The spectrum from slide 2, but now each persona is bridged to the levels that got you past it.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AI Toolkit</a:t>
            </a:r>
            <a:endParaRPr lang="en-US" sz="28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926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ChatGPT, Claude, Gemini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here. Free tiers available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workflow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Copilot, Gemini in Workspace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in your work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developers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Copilot, Cursor, Claude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AI-first coding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connections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servers, Zapier AI, custom integrations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1E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4–5 territory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1E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30-Day Challenge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task. Four weeks. Four persona crossings.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128016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82880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28800"/>
            <a:ext cx="54864" cy="22860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0848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Questioner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3042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5603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Specific, structured prompt.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manual.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phrasing difference.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280160"/>
            <a:ext cx="411480" cy="41148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Shape 11"/>
          <p:cNvSpPr/>
          <p:nvPr/>
        </p:nvSpPr>
        <p:spPr>
          <a:xfrm>
            <a:off x="2606040" y="182880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06040" y="1828800"/>
            <a:ext cx="54864" cy="22860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20848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into Viber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43200" y="23042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0" y="25603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context. Ask AI to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clarifying questions.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jump.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1280160"/>
            <a:ext cx="411480" cy="4114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182880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1828800"/>
            <a:ext cx="54864" cy="22860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92040" y="20848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AI-First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23042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92040" y="25603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with connections.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pull context itself.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what it finds.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589520" y="1280160"/>
            <a:ext cx="411480" cy="41148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182880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903720" y="1828800"/>
            <a:ext cx="54864" cy="228600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0" y="20848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AI-First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040880" y="23042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40880" y="25603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into phases.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them. Compare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1. You're orchestrating.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weeks. One task. Same journey this deck just took you on.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Circle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person spending 45 minutes copy-pasting into ChatGPT?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14400" y="1554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learned to prompt with specificity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became a Viber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2–3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let the agent find what it needed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0" y="2057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going AI-First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2560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chained the whole workflow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AI-First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3063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were a Questioner who became AI-First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3520440"/>
            <a:ext cx="6400800" cy="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task. Two minutes.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That's the trick. Now you know it too.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972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secret was never in the AI.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was in knowing how to work with it.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0" y="2743200"/>
            <a:ext cx="3657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3017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go try it — start with one task, this week.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Agents to Give Up Their Secrets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Agents to Give Up Their Secrets</dc:title>
  <dc:subject>PptxGenJS Presentation</dc:subject>
  <dc:creator>AI Best Practices</dc:creator>
  <cp:lastModifiedBy>AI Best Practices</cp:lastModifiedBy>
  <cp:revision>1</cp:revision>
  <dcterms:created xsi:type="dcterms:W3CDTF">2026-02-18T21:05:52Z</dcterms:created>
  <dcterms:modified xsi:type="dcterms:W3CDTF">2026-02-18T21:05:52Z</dcterms:modified>
</cp:coreProperties>
</file>